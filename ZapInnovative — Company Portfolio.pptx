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6256000" cy="9144000"/>
  <p:notesSz cx="9144000" cy="16256000"/>
  <p:embeddedFontLst>
    <p:embeddedFont>
      <p:font typeface="Liter" charset="-122" pitchFamily="34"/>
      <p:regular r:id="rId23"/>
    </p:embeddedFont>
    <p:embeddedFont>
      <p:font typeface="Quattrocento Sans" charset="-122" pitchFamily="34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font" Target="fonts/font1.fntdata"/><Relationship Id="rId2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5lqjtotj5su5e/mnt/agents/output/zapinnovative/images/3_Abstract_technology_futuristic_glowing.png">    </p:cNvPr>
          <p:cNvPicPr>
            <a:picLocks noChangeAspect="1"/>
          </p:cNvPicPr>
          <p:nvPr/>
        </p:nvPicPr>
        <p:blipFill>
          <a:blip r:embed="rId1"/>
          <a:srcRect l="8102" r="8102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30712">
                  <a:alpha val="80000"/>
                </a:srgbClr>
              </a:gs>
              <a:gs pos="50000">
                <a:srgbClr val="030712">
                  <a:alpha val="90000"/>
                </a:srgbClr>
              </a:gs>
              <a:gs pos="100000">
                <a:srgbClr val="030712">
                  <a:alpha val="95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524000" cy="1524000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FFFFFF">
                <a:alpha val="3137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4732000" y="7620000"/>
            <a:ext cx="1524000" cy="1524000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FFFFFF">
                <a:alpha val="3137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27950" y="1524000"/>
            <a:ext cx="800100" cy="914400"/>
          </a:xfrm>
          <a:custGeom>
            <a:avLst/>
            <a:gdLst/>
            <a:ahLst/>
            <a:cxnLst/>
            <a:rect l="l" t="t" r="r" b="b"/>
            <a:pathLst>
              <a:path w="800100" h="914400">
                <a:moveTo>
                  <a:pt x="605076" y="-17681"/>
                </a:moveTo>
                <a:cubicBezTo>
                  <a:pt x="626328" y="-2322"/>
                  <a:pt x="634186" y="25539"/>
                  <a:pt x="624542" y="49828"/>
                </a:cubicBezTo>
                <a:lnTo>
                  <a:pt x="484525" y="400050"/>
                </a:lnTo>
                <a:lnTo>
                  <a:pt x="742950" y="400050"/>
                </a:lnTo>
                <a:cubicBezTo>
                  <a:pt x="767060" y="400050"/>
                  <a:pt x="788491" y="415052"/>
                  <a:pt x="796707" y="437733"/>
                </a:cubicBezTo>
                <a:cubicBezTo>
                  <a:pt x="804922" y="460415"/>
                  <a:pt x="797957" y="485775"/>
                  <a:pt x="779562" y="501134"/>
                </a:cubicBezTo>
                <a:lnTo>
                  <a:pt x="265212" y="929759"/>
                </a:lnTo>
                <a:cubicBezTo>
                  <a:pt x="245031" y="946547"/>
                  <a:pt x="216277" y="947440"/>
                  <a:pt x="195024" y="932081"/>
                </a:cubicBezTo>
                <a:cubicBezTo>
                  <a:pt x="173772" y="916722"/>
                  <a:pt x="165914" y="888861"/>
                  <a:pt x="175558" y="864572"/>
                </a:cubicBezTo>
                <a:lnTo>
                  <a:pt x="315575" y="514350"/>
                </a:lnTo>
                <a:lnTo>
                  <a:pt x="57150" y="514350"/>
                </a:lnTo>
                <a:cubicBezTo>
                  <a:pt x="33040" y="514350"/>
                  <a:pt x="11609" y="499348"/>
                  <a:pt x="3393" y="476667"/>
                </a:cubicBezTo>
                <a:cubicBezTo>
                  <a:pt x="-4822" y="453985"/>
                  <a:pt x="2143" y="428625"/>
                  <a:pt x="20538" y="413266"/>
                </a:cubicBezTo>
                <a:lnTo>
                  <a:pt x="534888" y="-15359"/>
                </a:lnTo>
                <a:cubicBezTo>
                  <a:pt x="555069" y="-32147"/>
                  <a:pt x="583823" y="-33040"/>
                  <a:pt x="605076" y="-1768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" name="Shape 4"/>
          <p:cNvSpPr/>
          <p:nvPr/>
        </p:nvSpPr>
        <p:spPr>
          <a:xfrm>
            <a:off x="6858000" y="2667000"/>
            <a:ext cx="2540000" cy="0"/>
          </a:xfrm>
          <a:prstGeom prst="straightConnector1">
            <a:avLst/>
          </a:prstGeom>
          <a:noFill/>
          <a:ln w="6350">
            <a:solidFill>
              <a:srgbClr val="6366F1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6858000" y="2717800"/>
            <a:ext cx="2540000" cy="0"/>
          </a:xfrm>
          <a:prstGeom prst="straightConnector1">
            <a:avLst/>
          </a:prstGeom>
          <a:noFill/>
          <a:ln w="6350">
            <a:solidFill>
              <a:srgbClr val="8B5CF6"/>
            </a:solidFill>
            <a:prstDash val="solid"/>
            <a:headEnd type="none"/>
            <a:tailEnd type="none"/>
          </a:ln>
        </p:spPr>
      </p:sp>
      <p:sp>
        <p:nvSpPr>
          <p:cNvPr id="9" name="Text 6"/>
          <p:cNvSpPr/>
          <p:nvPr/>
        </p:nvSpPr>
        <p:spPr>
          <a:xfrm>
            <a:off x="1778000" y="3048000"/>
            <a:ext cx="1270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ZapInnovative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048000" y="4064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818C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Innovating Today, Transforming Tomorrow.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683000" y="4826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Premium Technology &amp; Digital Solutions Company Portfolio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223000" y="7112000"/>
            <a:ext cx="3810000" cy="0"/>
          </a:xfrm>
          <a:prstGeom prst="straightConnector1">
            <a:avLst/>
          </a:prstGeom>
          <a:noFill/>
          <a:ln w="12700">
            <a:solidFill>
              <a:srgbClr val="6366F1"/>
            </a:solidFill>
            <a:prstDash val="solid"/>
            <a:headEnd type="none"/>
            <a:tailEnd type="none"/>
          </a:ln>
        </p:spPr>
      </p:sp>
      <p:sp>
        <p:nvSpPr>
          <p:cNvPr id="13" name="Text 10"/>
          <p:cNvSpPr/>
          <p:nvPr/>
        </p:nvSpPr>
        <p:spPr>
          <a:xfrm>
            <a:off x="4318000" y="73660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ZapInnovative · Technology &amp; Digital Solutions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318000" y="77470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5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 · Company Portfolio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60400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127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12800" y="1016000"/>
            <a:ext cx="7162800" cy="16510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016000"/>
            <a:ext cx="7162800" cy="381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1938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16510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62B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About Us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057400"/>
            <a:ext cx="660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Company overview, vision, mission, and core values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80400" y="1016000"/>
            <a:ext cx="7162800" cy="16510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0" name="Shape 8"/>
          <p:cNvSpPr/>
          <p:nvPr/>
        </p:nvSpPr>
        <p:spPr>
          <a:xfrm>
            <a:off x="8280400" y="1016000"/>
            <a:ext cx="7162800" cy="381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8483600" y="11938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83600" y="16510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62B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Services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83600" y="2057400"/>
            <a:ext cx="660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digital solutions for modern businesses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2800" y="2870200"/>
            <a:ext cx="7162800" cy="16510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5" name="Shape 13"/>
          <p:cNvSpPr/>
          <p:nvPr/>
        </p:nvSpPr>
        <p:spPr>
          <a:xfrm>
            <a:off x="812800" y="2870200"/>
            <a:ext cx="7162800" cy="381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1016000" y="30480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16000" y="35052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62B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Choose Us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16000" y="3911600"/>
            <a:ext cx="660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Our strengths, process, and competitive advantages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80400" y="2870200"/>
            <a:ext cx="7162800" cy="16510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0" name="Shape 18"/>
          <p:cNvSpPr/>
          <p:nvPr/>
        </p:nvSpPr>
        <p:spPr>
          <a:xfrm>
            <a:off x="8280400" y="2870200"/>
            <a:ext cx="7162800" cy="381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1" name="Text 19"/>
          <p:cNvSpPr/>
          <p:nvPr/>
        </p:nvSpPr>
        <p:spPr>
          <a:xfrm>
            <a:off x="8483600" y="30480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83600" y="35052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62B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Industries &amp; Portfolio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83600" y="3911600"/>
            <a:ext cx="660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Sectors we serve and projects we've delivered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2800" y="4724400"/>
            <a:ext cx="7162800" cy="16510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5" name="Shape 23"/>
          <p:cNvSpPr/>
          <p:nvPr/>
        </p:nvSpPr>
        <p:spPr>
          <a:xfrm>
            <a:off x="812800" y="4724400"/>
            <a:ext cx="7162800" cy="381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6" name="Text 24"/>
          <p:cNvSpPr/>
          <p:nvPr/>
        </p:nvSpPr>
        <p:spPr>
          <a:xfrm>
            <a:off x="1016000" y="49022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16000" y="53594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62B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&amp; Results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16000" y="5765800"/>
            <a:ext cx="660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Our tech stack, achievements, and client success stories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280400" y="4724400"/>
            <a:ext cx="7162800" cy="16510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0" name="Shape 28"/>
          <p:cNvSpPr/>
          <p:nvPr/>
        </p:nvSpPr>
        <p:spPr>
          <a:xfrm>
            <a:off x="8280400" y="4724400"/>
            <a:ext cx="7162800" cy="381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1" name="Text 29"/>
          <p:cNvSpPr/>
          <p:nvPr/>
        </p:nvSpPr>
        <p:spPr>
          <a:xfrm>
            <a:off x="8483600" y="49022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483600" y="53594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62B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Vision &amp; Contact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483600" y="5765800"/>
            <a:ext cx="660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Our roadmap and how to connect with us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5113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/ 16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600" cy="9144000"/>
          </a:xfrm>
          <a:prstGeom prst="rect">
            <a:avLst/>
          </a:prstGeom>
          <a:gradFill rotWithShape="1" flip="none">
            <a:gsLst>
              <a:gs pos="0">
                <a:srgbClr val="6366F1"/>
              </a:gs>
              <a:gs pos="100000">
                <a:srgbClr val="8B5CF6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0414000" y="1016000"/>
            <a:ext cx="5334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6000" b="1" dirty="0">
                <a:solidFill>
                  <a:srgbClr val="FFFFFF">
                    <a:alpha val="784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70000" y="3556000"/>
            <a:ext cx="9525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About Us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270000" y="4368800"/>
            <a:ext cx="1270000" cy="0"/>
          </a:xfrm>
          <a:prstGeom prst="straightConnector1">
            <a:avLst/>
          </a:prstGeom>
          <a:noFill/>
          <a:ln w="12700">
            <a:solidFill>
              <a:srgbClr val="6366F1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1270000" y="46228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818C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Who we are and what drives us forward every day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0" y="8636000"/>
            <a:ext cx="203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18C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01 / 05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60400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127000"/>
            <a:ext cx="13335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Company Overview, Vision &amp; Mission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113000" y="127000"/>
            <a:ext cx="76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5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2800" y="914400"/>
            <a:ext cx="14630400" cy="1270000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6" name="Shape 4"/>
          <p:cNvSpPr/>
          <p:nvPr/>
        </p:nvSpPr>
        <p:spPr>
          <a:xfrm>
            <a:off x="1123950" y="11176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57150" y="0"/>
                </a:moveTo>
                <a:cubicBezTo>
                  <a:pt x="25628" y="0"/>
                  <a:pt x="0" y="25628"/>
                  <a:pt x="0" y="57150"/>
                </a:cubicBezTo>
                <a:lnTo>
                  <a:pt x="0" y="400050"/>
                </a:lnTo>
                <a:cubicBezTo>
                  <a:pt x="0" y="431572"/>
                  <a:pt x="25628" y="457200"/>
                  <a:pt x="57150" y="457200"/>
                </a:cubicBezTo>
                <a:lnTo>
                  <a:pt x="285750" y="457200"/>
                </a:lnTo>
                <a:cubicBezTo>
                  <a:pt x="317272" y="457200"/>
                  <a:pt x="342900" y="431572"/>
                  <a:pt x="342900" y="400050"/>
                </a:cubicBezTo>
                <a:lnTo>
                  <a:pt x="342900" y="57150"/>
                </a:lnTo>
                <a:cubicBezTo>
                  <a:pt x="342900" y="25628"/>
                  <a:pt x="317272" y="0"/>
                  <a:pt x="285750" y="0"/>
                </a:cubicBezTo>
                <a:lnTo>
                  <a:pt x="57150" y="0"/>
                </a:lnTo>
                <a:close/>
                <a:moveTo>
                  <a:pt x="157163" y="314325"/>
                </a:moveTo>
                <a:lnTo>
                  <a:pt x="185738" y="314325"/>
                </a:lnTo>
                <a:cubicBezTo>
                  <a:pt x="201543" y="314325"/>
                  <a:pt x="214313" y="327094"/>
                  <a:pt x="214313" y="342900"/>
                </a:cubicBezTo>
                <a:lnTo>
                  <a:pt x="214313" y="414338"/>
                </a:lnTo>
                <a:lnTo>
                  <a:pt x="128588" y="414338"/>
                </a:lnTo>
                <a:lnTo>
                  <a:pt x="128588" y="342900"/>
                </a:lnTo>
                <a:cubicBezTo>
                  <a:pt x="128588" y="327094"/>
                  <a:pt x="141357" y="314325"/>
                  <a:pt x="157163" y="314325"/>
                </a:cubicBezTo>
                <a:close/>
                <a:moveTo>
                  <a:pt x="85725" y="100013"/>
                </a:moveTo>
                <a:cubicBezTo>
                  <a:pt x="85725" y="92154"/>
                  <a:pt x="92154" y="85725"/>
                  <a:pt x="100013" y="85725"/>
                </a:cubicBezTo>
                <a:lnTo>
                  <a:pt x="128588" y="85725"/>
                </a:lnTo>
                <a:cubicBezTo>
                  <a:pt x="136446" y="85725"/>
                  <a:pt x="142875" y="92154"/>
                  <a:pt x="142875" y="100013"/>
                </a:cubicBezTo>
                <a:lnTo>
                  <a:pt x="142875" y="128588"/>
                </a:lnTo>
                <a:cubicBezTo>
                  <a:pt x="142875" y="136446"/>
                  <a:pt x="136446" y="142875"/>
                  <a:pt x="128588" y="142875"/>
                </a:cubicBezTo>
                <a:lnTo>
                  <a:pt x="100013" y="142875"/>
                </a:lnTo>
                <a:cubicBezTo>
                  <a:pt x="92154" y="142875"/>
                  <a:pt x="85725" y="136446"/>
                  <a:pt x="85725" y="128588"/>
                </a:cubicBezTo>
                <a:lnTo>
                  <a:pt x="85725" y="100013"/>
                </a:lnTo>
                <a:close/>
                <a:moveTo>
                  <a:pt x="214313" y="85725"/>
                </a:moveTo>
                <a:lnTo>
                  <a:pt x="242888" y="85725"/>
                </a:lnTo>
                <a:cubicBezTo>
                  <a:pt x="250746" y="85725"/>
                  <a:pt x="257175" y="92154"/>
                  <a:pt x="257175" y="100013"/>
                </a:cubicBezTo>
                <a:lnTo>
                  <a:pt x="257175" y="128588"/>
                </a:lnTo>
                <a:cubicBezTo>
                  <a:pt x="257175" y="136446"/>
                  <a:pt x="250746" y="142875"/>
                  <a:pt x="242888" y="142875"/>
                </a:cubicBezTo>
                <a:lnTo>
                  <a:pt x="214313" y="142875"/>
                </a:lnTo>
                <a:cubicBezTo>
                  <a:pt x="206454" y="142875"/>
                  <a:pt x="200025" y="136446"/>
                  <a:pt x="200025" y="128588"/>
                </a:cubicBezTo>
                <a:lnTo>
                  <a:pt x="200025" y="100013"/>
                </a:lnTo>
                <a:cubicBezTo>
                  <a:pt x="200025" y="92154"/>
                  <a:pt x="206454" y="85725"/>
                  <a:pt x="214313" y="85725"/>
                </a:cubicBezTo>
                <a:close/>
                <a:moveTo>
                  <a:pt x="85725" y="214313"/>
                </a:moveTo>
                <a:cubicBezTo>
                  <a:pt x="85725" y="206454"/>
                  <a:pt x="92154" y="200025"/>
                  <a:pt x="100013" y="200025"/>
                </a:cubicBezTo>
                <a:lnTo>
                  <a:pt x="128588" y="200025"/>
                </a:lnTo>
                <a:cubicBezTo>
                  <a:pt x="136446" y="200025"/>
                  <a:pt x="142875" y="206454"/>
                  <a:pt x="142875" y="214313"/>
                </a:cubicBezTo>
                <a:lnTo>
                  <a:pt x="142875" y="242888"/>
                </a:lnTo>
                <a:cubicBezTo>
                  <a:pt x="142875" y="250746"/>
                  <a:pt x="136446" y="257175"/>
                  <a:pt x="128588" y="257175"/>
                </a:cubicBezTo>
                <a:lnTo>
                  <a:pt x="100013" y="257175"/>
                </a:lnTo>
                <a:cubicBezTo>
                  <a:pt x="92154" y="257175"/>
                  <a:pt x="85725" y="250746"/>
                  <a:pt x="85725" y="242888"/>
                </a:cubicBezTo>
                <a:lnTo>
                  <a:pt x="85725" y="214313"/>
                </a:lnTo>
                <a:close/>
                <a:moveTo>
                  <a:pt x="214313" y="200025"/>
                </a:moveTo>
                <a:lnTo>
                  <a:pt x="242888" y="200025"/>
                </a:lnTo>
                <a:cubicBezTo>
                  <a:pt x="250746" y="200025"/>
                  <a:pt x="257175" y="206454"/>
                  <a:pt x="257175" y="214313"/>
                </a:cubicBezTo>
                <a:lnTo>
                  <a:pt x="257175" y="242888"/>
                </a:lnTo>
                <a:cubicBezTo>
                  <a:pt x="257175" y="250746"/>
                  <a:pt x="250746" y="257175"/>
                  <a:pt x="242888" y="257175"/>
                </a:cubicBezTo>
                <a:lnTo>
                  <a:pt x="214313" y="257175"/>
                </a:lnTo>
                <a:cubicBezTo>
                  <a:pt x="206454" y="257175"/>
                  <a:pt x="200025" y="250746"/>
                  <a:pt x="200025" y="242888"/>
                </a:cubicBezTo>
                <a:lnTo>
                  <a:pt x="200025" y="214313"/>
                </a:lnTo>
                <a:cubicBezTo>
                  <a:pt x="200025" y="206454"/>
                  <a:pt x="206454" y="200025"/>
                  <a:pt x="214313" y="20002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1676400" y="10668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Company Overview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76400" y="1473200"/>
            <a:ext cx="13462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ZapInnovative is a forward-thinking technology company specializing in digital transformation, web development, mobile apps, branding, and AI-powered solutions.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2800" y="2413000"/>
            <a:ext cx="4673600" cy="27940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0" name="Shape 8"/>
          <p:cNvSpPr/>
          <p:nvPr/>
        </p:nvSpPr>
        <p:spPr>
          <a:xfrm>
            <a:off x="812800" y="2413000"/>
            <a:ext cx="4673600" cy="381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1" name="Shape 9"/>
          <p:cNvSpPr/>
          <p:nvPr/>
        </p:nvSpPr>
        <p:spPr>
          <a:xfrm>
            <a:off x="990600" y="26162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28600" y="25400"/>
                </a:moveTo>
                <a:cubicBezTo>
                  <a:pt x="164465" y="25400"/>
                  <a:pt x="113109" y="54610"/>
                  <a:pt x="75724" y="89376"/>
                </a:cubicBezTo>
                <a:cubicBezTo>
                  <a:pt x="38576" y="123904"/>
                  <a:pt x="13732" y="165100"/>
                  <a:pt x="1905" y="193437"/>
                </a:cubicBezTo>
                <a:cubicBezTo>
                  <a:pt x="-714" y="199708"/>
                  <a:pt x="-714" y="206692"/>
                  <a:pt x="1905" y="212963"/>
                </a:cubicBezTo>
                <a:cubicBezTo>
                  <a:pt x="13732" y="241300"/>
                  <a:pt x="38576" y="282575"/>
                  <a:pt x="75724" y="317024"/>
                </a:cubicBezTo>
                <a:cubicBezTo>
                  <a:pt x="113109" y="351711"/>
                  <a:pt x="164465" y="381000"/>
                  <a:pt x="228600" y="381000"/>
                </a:cubicBezTo>
                <a:cubicBezTo>
                  <a:pt x="292735" y="381000"/>
                  <a:pt x="344091" y="351790"/>
                  <a:pt x="381476" y="317024"/>
                </a:cubicBezTo>
                <a:cubicBezTo>
                  <a:pt x="418624" y="282496"/>
                  <a:pt x="443468" y="241300"/>
                  <a:pt x="455295" y="212963"/>
                </a:cubicBezTo>
                <a:cubicBezTo>
                  <a:pt x="457914" y="206692"/>
                  <a:pt x="457914" y="199707"/>
                  <a:pt x="455295" y="193437"/>
                </a:cubicBezTo>
                <a:cubicBezTo>
                  <a:pt x="443468" y="165100"/>
                  <a:pt x="418624" y="123825"/>
                  <a:pt x="381476" y="89376"/>
                </a:cubicBezTo>
                <a:cubicBezTo>
                  <a:pt x="344091" y="54689"/>
                  <a:pt x="292735" y="25400"/>
                  <a:pt x="228600" y="25400"/>
                </a:cubicBezTo>
                <a:close/>
                <a:moveTo>
                  <a:pt x="114300" y="203200"/>
                </a:moveTo>
                <a:cubicBezTo>
                  <a:pt x="114300" y="140116"/>
                  <a:pt x="165516" y="88900"/>
                  <a:pt x="228600" y="88900"/>
                </a:cubicBezTo>
                <a:cubicBezTo>
                  <a:pt x="291684" y="88900"/>
                  <a:pt x="342900" y="140116"/>
                  <a:pt x="342900" y="203200"/>
                </a:cubicBezTo>
                <a:cubicBezTo>
                  <a:pt x="342900" y="266284"/>
                  <a:pt x="291684" y="317500"/>
                  <a:pt x="228600" y="317500"/>
                </a:cubicBezTo>
                <a:cubicBezTo>
                  <a:pt x="165516" y="317500"/>
                  <a:pt x="114300" y="266284"/>
                  <a:pt x="114300" y="203200"/>
                </a:cubicBezTo>
                <a:close/>
                <a:moveTo>
                  <a:pt x="228600" y="152400"/>
                </a:moveTo>
                <a:cubicBezTo>
                  <a:pt x="228600" y="180419"/>
                  <a:pt x="205819" y="203200"/>
                  <a:pt x="177800" y="203200"/>
                </a:cubicBezTo>
                <a:cubicBezTo>
                  <a:pt x="168672" y="203200"/>
                  <a:pt x="160099" y="200819"/>
                  <a:pt x="152638" y="196533"/>
                </a:cubicBezTo>
                <a:cubicBezTo>
                  <a:pt x="151844" y="205184"/>
                  <a:pt x="152559" y="214074"/>
                  <a:pt x="154940" y="222885"/>
                </a:cubicBezTo>
                <a:cubicBezTo>
                  <a:pt x="165814" y="263525"/>
                  <a:pt x="207645" y="287655"/>
                  <a:pt x="248285" y="276781"/>
                </a:cubicBezTo>
                <a:cubicBezTo>
                  <a:pt x="288925" y="265906"/>
                  <a:pt x="313055" y="224076"/>
                  <a:pt x="302181" y="183436"/>
                </a:cubicBezTo>
                <a:cubicBezTo>
                  <a:pt x="292497" y="147161"/>
                  <a:pt x="258128" y="124063"/>
                  <a:pt x="221933" y="127238"/>
                </a:cubicBezTo>
                <a:cubicBezTo>
                  <a:pt x="226139" y="134620"/>
                  <a:pt x="228600" y="143193"/>
                  <a:pt x="228600" y="15240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" y="3124200"/>
            <a:ext cx="4267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62B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Vision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3556000"/>
            <a:ext cx="42672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be the global leader in digital innovation, empowering every business with transformative technology solutions.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91200" y="2413000"/>
            <a:ext cx="4673600" cy="27940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791200" y="2413000"/>
            <a:ext cx="4673600" cy="381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Shape 14"/>
          <p:cNvSpPr/>
          <p:nvPr/>
        </p:nvSpPr>
        <p:spPr>
          <a:xfrm>
            <a:off x="5994400" y="2616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254000"/>
                </a:moveTo>
                <a:lnTo>
                  <a:pt x="19447" y="254000"/>
                </a:lnTo>
                <a:cubicBezTo>
                  <a:pt x="-317" y="254000"/>
                  <a:pt x="-12462" y="232489"/>
                  <a:pt x="-2302" y="215503"/>
                </a:cubicBezTo>
                <a:lnTo>
                  <a:pt x="39688" y="145494"/>
                </a:lnTo>
                <a:cubicBezTo>
                  <a:pt x="46593" y="133985"/>
                  <a:pt x="58976" y="127000"/>
                  <a:pt x="72390" y="127000"/>
                </a:cubicBezTo>
                <a:lnTo>
                  <a:pt x="147796" y="127000"/>
                </a:lnTo>
                <a:cubicBezTo>
                  <a:pt x="208201" y="24686"/>
                  <a:pt x="298291" y="19526"/>
                  <a:pt x="358537" y="28337"/>
                </a:cubicBezTo>
                <a:cubicBezTo>
                  <a:pt x="368697" y="29845"/>
                  <a:pt x="376634" y="37783"/>
                  <a:pt x="378063" y="47863"/>
                </a:cubicBezTo>
                <a:cubicBezTo>
                  <a:pt x="386874" y="108109"/>
                  <a:pt x="381714" y="198199"/>
                  <a:pt x="279400" y="258604"/>
                </a:cubicBezTo>
                <a:lnTo>
                  <a:pt x="279400" y="334010"/>
                </a:lnTo>
                <a:cubicBezTo>
                  <a:pt x="279400" y="347424"/>
                  <a:pt x="272415" y="359807"/>
                  <a:pt x="260906" y="366713"/>
                </a:cubicBezTo>
                <a:lnTo>
                  <a:pt x="190897" y="408702"/>
                </a:lnTo>
                <a:cubicBezTo>
                  <a:pt x="173990" y="418862"/>
                  <a:pt x="152400" y="406638"/>
                  <a:pt x="152400" y="386953"/>
                </a:cubicBezTo>
                <a:lnTo>
                  <a:pt x="152400" y="304800"/>
                </a:lnTo>
                <a:cubicBezTo>
                  <a:pt x="152400" y="276781"/>
                  <a:pt x="129619" y="254000"/>
                  <a:pt x="101600" y="254000"/>
                </a:cubicBezTo>
                <a:lnTo>
                  <a:pt x="101521" y="254000"/>
                </a:lnTo>
                <a:close/>
                <a:moveTo>
                  <a:pt x="317500" y="127000"/>
                </a:moveTo>
                <a:cubicBezTo>
                  <a:pt x="317500" y="105972"/>
                  <a:pt x="300428" y="88900"/>
                  <a:pt x="279400" y="88900"/>
                </a:cubicBezTo>
                <a:cubicBezTo>
                  <a:pt x="258372" y="88900"/>
                  <a:pt x="241300" y="105972"/>
                  <a:pt x="241300" y="127000"/>
                </a:cubicBezTo>
                <a:cubicBezTo>
                  <a:pt x="241300" y="148028"/>
                  <a:pt x="258372" y="165100"/>
                  <a:pt x="279400" y="165100"/>
                </a:cubicBezTo>
                <a:cubicBezTo>
                  <a:pt x="300428" y="165100"/>
                  <a:pt x="317500" y="148028"/>
                  <a:pt x="317500" y="12700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5906965" y="3124200"/>
            <a:ext cx="4267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62B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Mission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94400" y="3556000"/>
            <a:ext cx="42672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accelerate business growth through innovative technology, exceptional design, and data-driven digital strategies.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769600" y="2413000"/>
            <a:ext cx="4673600" cy="33020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0" name="Shape 18"/>
          <p:cNvSpPr/>
          <p:nvPr/>
        </p:nvSpPr>
        <p:spPr>
          <a:xfrm>
            <a:off x="10769600" y="2413000"/>
            <a:ext cx="4673600" cy="381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Shape 19"/>
          <p:cNvSpPr/>
          <p:nvPr/>
        </p:nvSpPr>
        <p:spPr>
          <a:xfrm>
            <a:off x="10947400" y="26162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45666" y="-15002"/>
                </a:moveTo>
                <a:cubicBezTo>
                  <a:pt x="242411" y="-21352"/>
                  <a:pt x="235823" y="-25400"/>
                  <a:pt x="228679" y="-25400"/>
                </a:cubicBezTo>
                <a:cubicBezTo>
                  <a:pt x="221536" y="-25400"/>
                  <a:pt x="214948" y="-21352"/>
                  <a:pt x="211693" y="-15002"/>
                </a:cubicBezTo>
                <a:lnTo>
                  <a:pt x="153273" y="99457"/>
                </a:lnTo>
                <a:lnTo>
                  <a:pt x="26353" y="119618"/>
                </a:lnTo>
                <a:cubicBezTo>
                  <a:pt x="19288" y="120729"/>
                  <a:pt x="13414" y="125730"/>
                  <a:pt x="11192" y="132556"/>
                </a:cubicBezTo>
                <a:cubicBezTo>
                  <a:pt x="8969" y="139383"/>
                  <a:pt x="10795" y="146844"/>
                  <a:pt x="15796" y="151924"/>
                </a:cubicBezTo>
                <a:lnTo>
                  <a:pt x="106601" y="242808"/>
                </a:lnTo>
                <a:lnTo>
                  <a:pt x="86598" y="369729"/>
                </a:lnTo>
                <a:cubicBezTo>
                  <a:pt x="85487" y="376793"/>
                  <a:pt x="88424" y="383937"/>
                  <a:pt x="94218" y="388144"/>
                </a:cubicBezTo>
                <a:cubicBezTo>
                  <a:pt x="100013" y="392351"/>
                  <a:pt x="107633" y="392986"/>
                  <a:pt x="114062" y="389731"/>
                </a:cubicBezTo>
                <a:lnTo>
                  <a:pt x="228679" y="331470"/>
                </a:lnTo>
                <a:lnTo>
                  <a:pt x="343218" y="389731"/>
                </a:lnTo>
                <a:cubicBezTo>
                  <a:pt x="349568" y="392986"/>
                  <a:pt x="357267" y="392351"/>
                  <a:pt x="363061" y="388144"/>
                </a:cubicBezTo>
                <a:cubicBezTo>
                  <a:pt x="368856" y="383937"/>
                  <a:pt x="371793" y="376873"/>
                  <a:pt x="370681" y="369729"/>
                </a:cubicBezTo>
                <a:lnTo>
                  <a:pt x="350599" y="242808"/>
                </a:lnTo>
                <a:lnTo>
                  <a:pt x="441404" y="151924"/>
                </a:lnTo>
                <a:cubicBezTo>
                  <a:pt x="446484" y="146844"/>
                  <a:pt x="448231" y="139383"/>
                  <a:pt x="446008" y="132556"/>
                </a:cubicBezTo>
                <a:cubicBezTo>
                  <a:pt x="443786" y="125730"/>
                  <a:pt x="437991" y="120729"/>
                  <a:pt x="430847" y="119618"/>
                </a:cubicBezTo>
                <a:lnTo>
                  <a:pt x="304006" y="99457"/>
                </a:lnTo>
                <a:lnTo>
                  <a:pt x="245666" y="-15002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0" y="3124200"/>
            <a:ext cx="4267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62B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Values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72800" y="3556000"/>
            <a:ext cx="42672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Innovation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Excellence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Integrity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Collaboration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Customer Success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2800" y="5461000"/>
            <a:ext cx="14630400" cy="0"/>
          </a:xfrm>
          <a:prstGeom prst="straightConnector1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812800" y="8636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ZapInnovative — Data as of 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600" cy="9144000"/>
          </a:xfrm>
          <a:prstGeom prst="rect">
            <a:avLst/>
          </a:prstGeom>
          <a:gradFill rotWithShape="1" flip="none">
            <a:gsLst>
              <a:gs pos="0">
                <a:srgbClr val="6366F1"/>
              </a:gs>
              <a:gs pos="100000">
                <a:srgbClr val="8B5CF6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0414000" y="1016000"/>
            <a:ext cx="5334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6000" b="1" dirty="0">
                <a:solidFill>
                  <a:srgbClr val="FFFFFF">
                    <a:alpha val="784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70000" y="3556000"/>
            <a:ext cx="9525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Services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270000" y="4368800"/>
            <a:ext cx="1270000" cy="0"/>
          </a:xfrm>
          <a:prstGeom prst="straightConnector1">
            <a:avLst/>
          </a:prstGeom>
          <a:noFill/>
          <a:ln w="12700">
            <a:solidFill>
              <a:srgbClr val="6366F1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1270000" y="46228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818C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digital solutions tailored for your success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0" y="8636000"/>
            <a:ext cx="203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18C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02 / 05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60400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127000"/>
            <a:ext cx="13335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Comprehensive Digital Solutions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113000" y="127000"/>
            <a:ext cx="76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5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2800" y="914400"/>
            <a:ext cx="2844800" cy="22860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914400"/>
            <a:ext cx="2844800" cy="381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Shape 5"/>
          <p:cNvSpPr/>
          <p:nvPr/>
        </p:nvSpPr>
        <p:spPr>
          <a:xfrm>
            <a:off x="990600" y="11176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86385" y="953"/>
                </a:moveTo>
                <a:cubicBezTo>
                  <a:pt x="272891" y="-2937"/>
                  <a:pt x="258842" y="4921"/>
                  <a:pt x="254953" y="18415"/>
                </a:cubicBezTo>
                <a:lnTo>
                  <a:pt x="153353" y="374015"/>
                </a:lnTo>
                <a:cubicBezTo>
                  <a:pt x="149463" y="387509"/>
                  <a:pt x="157321" y="401558"/>
                  <a:pt x="170815" y="405448"/>
                </a:cubicBezTo>
                <a:cubicBezTo>
                  <a:pt x="184309" y="409337"/>
                  <a:pt x="198358" y="401479"/>
                  <a:pt x="202248" y="387985"/>
                </a:cubicBezTo>
                <a:lnTo>
                  <a:pt x="303848" y="32385"/>
                </a:lnTo>
                <a:cubicBezTo>
                  <a:pt x="307737" y="18891"/>
                  <a:pt x="299879" y="4842"/>
                  <a:pt x="286385" y="953"/>
                </a:cubicBezTo>
                <a:close/>
                <a:moveTo>
                  <a:pt x="337661" y="108982"/>
                </a:moveTo>
                <a:cubicBezTo>
                  <a:pt x="327739" y="118904"/>
                  <a:pt x="327739" y="135017"/>
                  <a:pt x="337661" y="144939"/>
                </a:cubicBezTo>
                <a:lnTo>
                  <a:pt x="395922" y="203200"/>
                </a:lnTo>
                <a:lnTo>
                  <a:pt x="337661" y="261461"/>
                </a:lnTo>
                <a:cubicBezTo>
                  <a:pt x="327739" y="271383"/>
                  <a:pt x="327739" y="287496"/>
                  <a:pt x="337661" y="297418"/>
                </a:cubicBezTo>
                <a:cubicBezTo>
                  <a:pt x="347583" y="307340"/>
                  <a:pt x="363696" y="307340"/>
                  <a:pt x="373618" y="297418"/>
                </a:cubicBezTo>
                <a:lnTo>
                  <a:pt x="449818" y="221218"/>
                </a:lnTo>
                <a:cubicBezTo>
                  <a:pt x="459740" y="211296"/>
                  <a:pt x="459740" y="195183"/>
                  <a:pt x="449818" y="185261"/>
                </a:cubicBezTo>
                <a:lnTo>
                  <a:pt x="373618" y="109061"/>
                </a:lnTo>
                <a:cubicBezTo>
                  <a:pt x="363696" y="99139"/>
                  <a:pt x="347583" y="99139"/>
                  <a:pt x="337661" y="109061"/>
                </a:cubicBezTo>
                <a:close/>
                <a:moveTo>
                  <a:pt x="119618" y="108982"/>
                </a:moveTo>
                <a:cubicBezTo>
                  <a:pt x="109696" y="99060"/>
                  <a:pt x="93583" y="99060"/>
                  <a:pt x="83661" y="108982"/>
                </a:cubicBezTo>
                <a:lnTo>
                  <a:pt x="7461" y="185182"/>
                </a:lnTo>
                <a:cubicBezTo>
                  <a:pt x="-2461" y="195104"/>
                  <a:pt x="-2461" y="211217"/>
                  <a:pt x="7461" y="221139"/>
                </a:cubicBezTo>
                <a:lnTo>
                  <a:pt x="83661" y="297339"/>
                </a:lnTo>
                <a:cubicBezTo>
                  <a:pt x="93583" y="307261"/>
                  <a:pt x="109696" y="307261"/>
                  <a:pt x="119618" y="297339"/>
                </a:cubicBezTo>
                <a:cubicBezTo>
                  <a:pt x="129540" y="287417"/>
                  <a:pt x="129540" y="271304"/>
                  <a:pt x="119618" y="261382"/>
                </a:cubicBezTo>
                <a:lnTo>
                  <a:pt x="61357" y="203200"/>
                </a:lnTo>
                <a:lnTo>
                  <a:pt x="119539" y="144939"/>
                </a:lnTo>
                <a:cubicBezTo>
                  <a:pt x="129461" y="135017"/>
                  <a:pt x="129461" y="118904"/>
                  <a:pt x="119539" y="108982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1625600"/>
            <a:ext cx="24384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62B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 Development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1981200"/>
            <a:ext cx="24384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Custom, responsive websites built with modern frameworks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60800" y="914400"/>
            <a:ext cx="2844800" cy="22860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1" name="Shape 9"/>
          <p:cNvSpPr/>
          <p:nvPr/>
        </p:nvSpPr>
        <p:spPr>
          <a:xfrm>
            <a:off x="3860800" y="914400"/>
            <a:ext cx="2844800" cy="381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Shape 10"/>
          <p:cNvSpPr/>
          <p:nvPr/>
        </p:nvSpPr>
        <p:spPr>
          <a:xfrm>
            <a:off x="4013200" y="11176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19050" y="-12700"/>
                </a:moveTo>
                <a:cubicBezTo>
                  <a:pt x="8493" y="-12700"/>
                  <a:pt x="0" y="-4207"/>
                  <a:pt x="0" y="6350"/>
                </a:cubicBezTo>
                <a:cubicBezTo>
                  <a:pt x="0" y="16907"/>
                  <a:pt x="8493" y="25400"/>
                  <a:pt x="19050" y="25400"/>
                </a:cubicBezTo>
                <a:lnTo>
                  <a:pt x="55007" y="25400"/>
                </a:lnTo>
                <a:cubicBezTo>
                  <a:pt x="58103" y="25400"/>
                  <a:pt x="60722" y="27622"/>
                  <a:pt x="61278" y="30639"/>
                </a:cubicBezTo>
                <a:lnTo>
                  <a:pt x="102632" y="257889"/>
                </a:lnTo>
                <a:cubicBezTo>
                  <a:pt x="107553" y="285036"/>
                  <a:pt x="131207" y="304800"/>
                  <a:pt x="158829" y="304800"/>
                </a:cubicBezTo>
                <a:lnTo>
                  <a:pt x="361950" y="304800"/>
                </a:lnTo>
                <a:cubicBezTo>
                  <a:pt x="372507" y="304800"/>
                  <a:pt x="381000" y="296307"/>
                  <a:pt x="381000" y="285750"/>
                </a:cubicBezTo>
                <a:cubicBezTo>
                  <a:pt x="381000" y="275193"/>
                  <a:pt x="372507" y="266700"/>
                  <a:pt x="361950" y="266700"/>
                </a:cubicBezTo>
                <a:lnTo>
                  <a:pt x="158829" y="266700"/>
                </a:lnTo>
                <a:cubicBezTo>
                  <a:pt x="149622" y="266700"/>
                  <a:pt x="141764" y="260112"/>
                  <a:pt x="140097" y="251063"/>
                </a:cubicBezTo>
                <a:lnTo>
                  <a:pt x="136049" y="228600"/>
                </a:lnTo>
                <a:lnTo>
                  <a:pt x="377031" y="228600"/>
                </a:lnTo>
                <a:cubicBezTo>
                  <a:pt x="401479" y="228600"/>
                  <a:pt x="422434" y="211217"/>
                  <a:pt x="426958" y="187166"/>
                </a:cubicBezTo>
                <a:lnTo>
                  <a:pt x="451564" y="55483"/>
                </a:lnTo>
                <a:cubicBezTo>
                  <a:pt x="454501" y="39846"/>
                  <a:pt x="442516" y="25400"/>
                  <a:pt x="426561" y="25400"/>
                </a:cubicBezTo>
                <a:lnTo>
                  <a:pt x="98981" y="25400"/>
                </a:lnTo>
                <a:lnTo>
                  <a:pt x="98663" y="23813"/>
                </a:lnTo>
                <a:cubicBezTo>
                  <a:pt x="94853" y="2699"/>
                  <a:pt x="76438" y="-12700"/>
                  <a:pt x="54927" y="-12700"/>
                </a:cubicBezTo>
                <a:lnTo>
                  <a:pt x="19050" y="-12700"/>
                </a:lnTo>
                <a:close/>
                <a:moveTo>
                  <a:pt x="165100" y="406400"/>
                </a:moveTo>
                <a:cubicBezTo>
                  <a:pt x="186128" y="406400"/>
                  <a:pt x="203200" y="389328"/>
                  <a:pt x="203200" y="368300"/>
                </a:cubicBezTo>
                <a:cubicBezTo>
                  <a:pt x="203200" y="347272"/>
                  <a:pt x="186128" y="330200"/>
                  <a:pt x="165100" y="330200"/>
                </a:cubicBezTo>
                <a:cubicBezTo>
                  <a:pt x="144072" y="330200"/>
                  <a:pt x="127000" y="347272"/>
                  <a:pt x="127000" y="368300"/>
                </a:cubicBezTo>
                <a:cubicBezTo>
                  <a:pt x="127000" y="389328"/>
                  <a:pt x="144072" y="406400"/>
                  <a:pt x="165100" y="406400"/>
                </a:cubicBezTo>
                <a:close/>
                <a:moveTo>
                  <a:pt x="342900" y="406400"/>
                </a:moveTo>
                <a:cubicBezTo>
                  <a:pt x="363928" y="406400"/>
                  <a:pt x="381000" y="389328"/>
                  <a:pt x="381000" y="368300"/>
                </a:cubicBezTo>
                <a:cubicBezTo>
                  <a:pt x="381000" y="347272"/>
                  <a:pt x="363928" y="330200"/>
                  <a:pt x="342900" y="330200"/>
                </a:cubicBezTo>
                <a:cubicBezTo>
                  <a:pt x="321872" y="330200"/>
                  <a:pt x="304800" y="347272"/>
                  <a:pt x="304800" y="368300"/>
                </a:cubicBezTo>
                <a:cubicBezTo>
                  <a:pt x="304800" y="389328"/>
                  <a:pt x="321872" y="406400"/>
                  <a:pt x="342900" y="40640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4064000" y="1625600"/>
            <a:ext cx="24384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62B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E-Commerce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064000" y="1981200"/>
            <a:ext cx="24384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Scalable online stores on Shopify, WooCommerce &amp; custom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908800" y="914400"/>
            <a:ext cx="2844800" cy="22860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908800" y="914400"/>
            <a:ext cx="2844800" cy="381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7162800" y="11176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12700" y="50800"/>
                </a:moveTo>
                <a:cubicBezTo>
                  <a:pt x="12700" y="22781"/>
                  <a:pt x="35481" y="0"/>
                  <a:pt x="63500" y="0"/>
                </a:cubicBezTo>
                <a:lnTo>
                  <a:pt x="241300" y="0"/>
                </a:lnTo>
                <a:cubicBezTo>
                  <a:pt x="269319" y="0"/>
                  <a:pt x="292100" y="22781"/>
                  <a:pt x="292100" y="50800"/>
                </a:cubicBezTo>
                <a:lnTo>
                  <a:pt x="292100" y="355600"/>
                </a:lnTo>
                <a:cubicBezTo>
                  <a:pt x="292100" y="383619"/>
                  <a:pt x="269319" y="406400"/>
                  <a:pt x="241300" y="406400"/>
                </a:cubicBezTo>
                <a:lnTo>
                  <a:pt x="63500" y="406400"/>
                </a:lnTo>
                <a:cubicBezTo>
                  <a:pt x="35481" y="406400"/>
                  <a:pt x="12700" y="383619"/>
                  <a:pt x="12700" y="355600"/>
                </a:cubicBezTo>
                <a:lnTo>
                  <a:pt x="12700" y="50800"/>
                </a:lnTo>
                <a:close/>
                <a:moveTo>
                  <a:pt x="101600" y="349250"/>
                </a:moveTo>
                <a:cubicBezTo>
                  <a:pt x="101600" y="359807"/>
                  <a:pt x="110093" y="368300"/>
                  <a:pt x="120650" y="368300"/>
                </a:cubicBezTo>
                <a:lnTo>
                  <a:pt x="184150" y="368300"/>
                </a:lnTo>
                <a:cubicBezTo>
                  <a:pt x="194707" y="368300"/>
                  <a:pt x="203200" y="359807"/>
                  <a:pt x="203200" y="349250"/>
                </a:cubicBezTo>
                <a:cubicBezTo>
                  <a:pt x="203200" y="338693"/>
                  <a:pt x="194707" y="330200"/>
                  <a:pt x="184150" y="330200"/>
                </a:cubicBezTo>
                <a:lnTo>
                  <a:pt x="120650" y="330200"/>
                </a:lnTo>
                <a:cubicBezTo>
                  <a:pt x="110093" y="330200"/>
                  <a:pt x="101600" y="338693"/>
                  <a:pt x="101600" y="349250"/>
                </a:cubicBezTo>
                <a:close/>
                <a:moveTo>
                  <a:pt x="241300" y="50800"/>
                </a:moveTo>
                <a:lnTo>
                  <a:pt x="63500" y="50800"/>
                </a:lnTo>
                <a:lnTo>
                  <a:pt x="63500" y="292100"/>
                </a:lnTo>
                <a:lnTo>
                  <a:pt x="241300" y="292100"/>
                </a:lnTo>
                <a:lnTo>
                  <a:pt x="241300" y="5080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7112000" y="1625600"/>
            <a:ext cx="24384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62B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Mobile Apps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12000" y="1981200"/>
            <a:ext cx="24384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Native and cross-platform iOS &amp; Android applications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956800" y="914400"/>
            <a:ext cx="2844800" cy="22860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1" name="Shape 19"/>
          <p:cNvSpPr/>
          <p:nvPr/>
        </p:nvSpPr>
        <p:spPr>
          <a:xfrm>
            <a:off x="9956800" y="914400"/>
            <a:ext cx="2844800" cy="381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2" name="Shape 20"/>
          <p:cNvSpPr/>
          <p:nvPr/>
        </p:nvSpPr>
        <p:spPr>
          <a:xfrm>
            <a:off x="10160000" y="1117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66077" y="15002"/>
                </a:moveTo>
                <a:cubicBezTo>
                  <a:pt x="375206" y="19050"/>
                  <a:pt x="381000" y="28099"/>
                  <a:pt x="381000" y="38100"/>
                </a:cubicBezTo>
                <a:lnTo>
                  <a:pt x="381000" y="368300"/>
                </a:lnTo>
                <a:cubicBezTo>
                  <a:pt x="381000" y="378301"/>
                  <a:pt x="375206" y="387350"/>
                  <a:pt x="366077" y="391398"/>
                </a:cubicBezTo>
                <a:cubicBezTo>
                  <a:pt x="356949" y="395446"/>
                  <a:pt x="346393" y="393938"/>
                  <a:pt x="338852" y="387350"/>
                </a:cubicBezTo>
                <a:lnTo>
                  <a:pt x="301863" y="355044"/>
                </a:lnTo>
                <a:cubicBezTo>
                  <a:pt x="267256" y="324803"/>
                  <a:pt x="223520" y="307181"/>
                  <a:pt x="177721" y="305038"/>
                </a:cubicBezTo>
                <a:lnTo>
                  <a:pt x="177721" y="381000"/>
                </a:lnTo>
                <a:cubicBezTo>
                  <a:pt x="177721" y="395049"/>
                  <a:pt x="166370" y="406400"/>
                  <a:pt x="152321" y="406400"/>
                </a:cubicBezTo>
                <a:lnTo>
                  <a:pt x="126921" y="406400"/>
                </a:lnTo>
                <a:cubicBezTo>
                  <a:pt x="112871" y="406400"/>
                  <a:pt x="101521" y="395049"/>
                  <a:pt x="101521" y="381000"/>
                </a:cubicBezTo>
                <a:lnTo>
                  <a:pt x="101521" y="304800"/>
                </a:lnTo>
                <a:cubicBezTo>
                  <a:pt x="45482" y="304800"/>
                  <a:pt x="0" y="259318"/>
                  <a:pt x="0" y="203200"/>
                </a:cubicBezTo>
                <a:cubicBezTo>
                  <a:pt x="0" y="147082"/>
                  <a:pt x="45482" y="101600"/>
                  <a:pt x="101600" y="101600"/>
                </a:cubicBezTo>
                <a:lnTo>
                  <a:pt x="168672" y="101600"/>
                </a:lnTo>
                <a:cubicBezTo>
                  <a:pt x="217726" y="101441"/>
                  <a:pt x="265033" y="83582"/>
                  <a:pt x="301943" y="51356"/>
                </a:cubicBezTo>
                <a:lnTo>
                  <a:pt x="338931" y="19050"/>
                </a:lnTo>
                <a:cubicBezTo>
                  <a:pt x="346393" y="12462"/>
                  <a:pt x="357108" y="10954"/>
                  <a:pt x="366157" y="15002"/>
                </a:cubicBezTo>
                <a:close/>
                <a:moveTo>
                  <a:pt x="177800" y="254000"/>
                </a:moveTo>
                <a:lnTo>
                  <a:pt x="177800" y="254159"/>
                </a:lnTo>
                <a:cubicBezTo>
                  <a:pt x="233601" y="256302"/>
                  <a:pt x="287179" y="276781"/>
                  <a:pt x="330200" y="312420"/>
                </a:cubicBezTo>
                <a:lnTo>
                  <a:pt x="330200" y="93901"/>
                </a:lnTo>
                <a:cubicBezTo>
                  <a:pt x="287179" y="129540"/>
                  <a:pt x="233601" y="150019"/>
                  <a:pt x="177800" y="152162"/>
                </a:cubicBezTo>
                <a:lnTo>
                  <a:pt x="177800" y="25400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10160000" y="1625600"/>
            <a:ext cx="24384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62B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Digital Marketing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160000" y="1981200"/>
            <a:ext cx="24384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Data-driven campaigns that deliver ROI and growth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3004800" y="914400"/>
            <a:ext cx="2438400" cy="22860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6" name="Shape 24"/>
          <p:cNvSpPr/>
          <p:nvPr/>
        </p:nvSpPr>
        <p:spPr>
          <a:xfrm>
            <a:off x="13004800" y="914400"/>
            <a:ext cx="2438400" cy="381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08000" y="1117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406400" y="203200"/>
                </a:moveTo>
                <a:cubicBezTo>
                  <a:pt x="406400" y="203914"/>
                  <a:pt x="406400" y="204629"/>
                  <a:pt x="406400" y="205343"/>
                </a:cubicBezTo>
                <a:cubicBezTo>
                  <a:pt x="406083" y="234315"/>
                  <a:pt x="379730" y="254000"/>
                  <a:pt x="350758" y="254000"/>
                </a:cubicBezTo>
                <a:lnTo>
                  <a:pt x="273050" y="254000"/>
                </a:lnTo>
                <a:cubicBezTo>
                  <a:pt x="252016" y="254000"/>
                  <a:pt x="234950" y="271066"/>
                  <a:pt x="234950" y="292100"/>
                </a:cubicBezTo>
                <a:cubicBezTo>
                  <a:pt x="234950" y="294799"/>
                  <a:pt x="235267" y="297418"/>
                  <a:pt x="235744" y="299958"/>
                </a:cubicBezTo>
                <a:cubicBezTo>
                  <a:pt x="237411" y="308054"/>
                  <a:pt x="240903" y="315833"/>
                  <a:pt x="244316" y="323691"/>
                </a:cubicBezTo>
                <a:cubicBezTo>
                  <a:pt x="249158" y="334645"/>
                  <a:pt x="253921" y="345519"/>
                  <a:pt x="253921" y="357029"/>
                </a:cubicBezTo>
                <a:cubicBezTo>
                  <a:pt x="253921" y="382270"/>
                  <a:pt x="236776" y="405209"/>
                  <a:pt x="211534" y="406241"/>
                </a:cubicBezTo>
                <a:cubicBezTo>
                  <a:pt x="208756" y="406321"/>
                  <a:pt x="205978" y="406400"/>
                  <a:pt x="203121" y="406400"/>
                </a:cubicBezTo>
                <a:cubicBezTo>
                  <a:pt x="90884" y="406400"/>
                  <a:pt x="-79" y="315436"/>
                  <a:pt x="-79" y="203200"/>
                </a:cubicBezTo>
                <a:cubicBezTo>
                  <a:pt x="-79" y="90964"/>
                  <a:pt x="90964" y="0"/>
                  <a:pt x="203200" y="0"/>
                </a:cubicBezTo>
                <a:cubicBezTo>
                  <a:pt x="315436" y="0"/>
                  <a:pt x="406400" y="90964"/>
                  <a:pt x="406400" y="203200"/>
                </a:cubicBezTo>
                <a:close/>
                <a:moveTo>
                  <a:pt x="101600" y="228600"/>
                </a:moveTo>
                <a:cubicBezTo>
                  <a:pt x="101600" y="214581"/>
                  <a:pt x="90219" y="203200"/>
                  <a:pt x="76200" y="203200"/>
                </a:cubicBezTo>
                <a:cubicBezTo>
                  <a:pt x="62181" y="203200"/>
                  <a:pt x="50800" y="214581"/>
                  <a:pt x="50800" y="228600"/>
                </a:cubicBezTo>
                <a:cubicBezTo>
                  <a:pt x="50800" y="242619"/>
                  <a:pt x="62181" y="254000"/>
                  <a:pt x="76200" y="254000"/>
                </a:cubicBezTo>
                <a:cubicBezTo>
                  <a:pt x="90219" y="254000"/>
                  <a:pt x="101600" y="242619"/>
                  <a:pt x="101600" y="228600"/>
                </a:cubicBezTo>
                <a:close/>
                <a:moveTo>
                  <a:pt x="101600" y="152400"/>
                </a:moveTo>
                <a:cubicBezTo>
                  <a:pt x="115619" y="152400"/>
                  <a:pt x="127000" y="141019"/>
                  <a:pt x="127000" y="127000"/>
                </a:cubicBezTo>
                <a:cubicBezTo>
                  <a:pt x="127000" y="112981"/>
                  <a:pt x="115619" y="101600"/>
                  <a:pt x="101600" y="101600"/>
                </a:cubicBezTo>
                <a:cubicBezTo>
                  <a:pt x="87581" y="101600"/>
                  <a:pt x="76200" y="112981"/>
                  <a:pt x="76200" y="127000"/>
                </a:cubicBezTo>
                <a:cubicBezTo>
                  <a:pt x="76200" y="141019"/>
                  <a:pt x="87581" y="152400"/>
                  <a:pt x="101600" y="152400"/>
                </a:cubicBezTo>
                <a:close/>
                <a:moveTo>
                  <a:pt x="228600" y="76200"/>
                </a:moveTo>
                <a:cubicBezTo>
                  <a:pt x="228600" y="62181"/>
                  <a:pt x="217219" y="50800"/>
                  <a:pt x="203200" y="50800"/>
                </a:cubicBezTo>
                <a:cubicBezTo>
                  <a:pt x="189181" y="50800"/>
                  <a:pt x="177800" y="62181"/>
                  <a:pt x="177800" y="76200"/>
                </a:cubicBezTo>
                <a:cubicBezTo>
                  <a:pt x="177800" y="90219"/>
                  <a:pt x="189181" y="101600"/>
                  <a:pt x="203200" y="101600"/>
                </a:cubicBezTo>
                <a:cubicBezTo>
                  <a:pt x="217219" y="101600"/>
                  <a:pt x="228600" y="90219"/>
                  <a:pt x="228600" y="76200"/>
                </a:cubicBezTo>
                <a:close/>
                <a:moveTo>
                  <a:pt x="304800" y="152400"/>
                </a:moveTo>
                <a:cubicBezTo>
                  <a:pt x="318819" y="152400"/>
                  <a:pt x="330200" y="141019"/>
                  <a:pt x="330200" y="127000"/>
                </a:cubicBezTo>
                <a:cubicBezTo>
                  <a:pt x="330200" y="112981"/>
                  <a:pt x="318819" y="101600"/>
                  <a:pt x="304800" y="101600"/>
                </a:cubicBezTo>
                <a:cubicBezTo>
                  <a:pt x="290781" y="101600"/>
                  <a:pt x="279400" y="112981"/>
                  <a:pt x="279400" y="127000"/>
                </a:cubicBezTo>
                <a:cubicBezTo>
                  <a:pt x="279400" y="141019"/>
                  <a:pt x="290781" y="152400"/>
                  <a:pt x="304800" y="15240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13208000" y="1625600"/>
            <a:ext cx="203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62B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Branding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208000" y="1981200"/>
            <a:ext cx="20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brand identity and visual systems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12800" y="3454400"/>
            <a:ext cx="2844800" cy="22860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1" name="Shape 29"/>
          <p:cNvSpPr/>
          <p:nvPr/>
        </p:nvSpPr>
        <p:spPr>
          <a:xfrm>
            <a:off x="812800" y="3454400"/>
            <a:ext cx="2844800" cy="381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2" name="Shape 30"/>
          <p:cNvSpPr/>
          <p:nvPr/>
        </p:nvSpPr>
        <p:spPr>
          <a:xfrm>
            <a:off x="1016000" y="3657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30200" y="165100"/>
                </a:moveTo>
                <a:cubicBezTo>
                  <a:pt x="330200" y="201533"/>
                  <a:pt x="318373" y="235188"/>
                  <a:pt x="298450" y="262493"/>
                </a:cubicBezTo>
                <a:lnTo>
                  <a:pt x="398939" y="363061"/>
                </a:lnTo>
                <a:cubicBezTo>
                  <a:pt x="408861" y="372983"/>
                  <a:pt x="408861" y="389096"/>
                  <a:pt x="398939" y="399018"/>
                </a:cubicBezTo>
                <a:cubicBezTo>
                  <a:pt x="389017" y="408940"/>
                  <a:pt x="372904" y="408940"/>
                  <a:pt x="362982" y="399018"/>
                </a:cubicBezTo>
                <a:lnTo>
                  <a:pt x="262493" y="298450"/>
                </a:lnTo>
                <a:cubicBezTo>
                  <a:pt x="235188" y="318373"/>
                  <a:pt x="201533" y="330200"/>
                  <a:pt x="165100" y="330200"/>
                </a:cubicBezTo>
                <a:cubicBezTo>
                  <a:pt x="73898" y="330200"/>
                  <a:pt x="0" y="256302"/>
                  <a:pt x="0" y="165100"/>
                </a:cubicBezTo>
                <a:cubicBezTo>
                  <a:pt x="0" y="73898"/>
                  <a:pt x="73898" y="0"/>
                  <a:pt x="165100" y="0"/>
                </a:cubicBezTo>
                <a:cubicBezTo>
                  <a:pt x="256302" y="0"/>
                  <a:pt x="330200" y="73898"/>
                  <a:pt x="330200" y="165100"/>
                </a:cubicBezTo>
                <a:close/>
                <a:moveTo>
                  <a:pt x="82550" y="171450"/>
                </a:moveTo>
                <a:lnTo>
                  <a:pt x="82550" y="222250"/>
                </a:lnTo>
                <a:cubicBezTo>
                  <a:pt x="82550" y="232807"/>
                  <a:pt x="91043" y="241300"/>
                  <a:pt x="101600" y="241300"/>
                </a:cubicBezTo>
                <a:cubicBezTo>
                  <a:pt x="112157" y="241300"/>
                  <a:pt x="120650" y="232807"/>
                  <a:pt x="120650" y="222250"/>
                </a:cubicBezTo>
                <a:lnTo>
                  <a:pt x="120650" y="171450"/>
                </a:lnTo>
                <a:cubicBezTo>
                  <a:pt x="120650" y="160893"/>
                  <a:pt x="112157" y="152400"/>
                  <a:pt x="101600" y="152400"/>
                </a:cubicBezTo>
                <a:cubicBezTo>
                  <a:pt x="91043" y="152400"/>
                  <a:pt x="82550" y="160893"/>
                  <a:pt x="82550" y="171450"/>
                </a:cubicBezTo>
                <a:close/>
                <a:moveTo>
                  <a:pt x="146050" y="95250"/>
                </a:moveTo>
                <a:lnTo>
                  <a:pt x="146050" y="222250"/>
                </a:lnTo>
                <a:cubicBezTo>
                  <a:pt x="146050" y="232807"/>
                  <a:pt x="154543" y="241300"/>
                  <a:pt x="165100" y="241300"/>
                </a:cubicBezTo>
                <a:cubicBezTo>
                  <a:pt x="175657" y="241300"/>
                  <a:pt x="184150" y="232807"/>
                  <a:pt x="184150" y="222250"/>
                </a:cubicBezTo>
                <a:lnTo>
                  <a:pt x="184150" y="95250"/>
                </a:lnTo>
                <a:cubicBezTo>
                  <a:pt x="184150" y="84693"/>
                  <a:pt x="175657" y="76200"/>
                  <a:pt x="165100" y="76200"/>
                </a:cubicBezTo>
                <a:cubicBezTo>
                  <a:pt x="154543" y="76200"/>
                  <a:pt x="146050" y="84693"/>
                  <a:pt x="146050" y="95250"/>
                </a:cubicBezTo>
                <a:close/>
                <a:moveTo>
                  <a:pt x="209550" y="146050"/>
                </a:moveTo>
                <a:lnTo>
                  <a:pt x="209550" y="222250"/>
                </a:lnTo>
                <a:cubicBezTo>
                  <a:pt x="209550" y="232807"/>
                  <a:pt x="218043" y="241300"/>
                  <a:pt x="228600" y="241300"/>
                </a:cubicBezTo>
                <a:cubicBezTo>
                  <a:pt x="239157" y="241300"/>
                  <a:pt x="247650" y="232807"/>
                  <a:pt x="247650" y="222250"/>
                </a:cubicBezTo>
                <a:lnTo>
                  <a:pt x="247650" y="146050"/>
                </a:lnTo>
                <a:cubicBezTo>
                  <a:pt x="247650" y="135493"/>
                  <a:pt x="239157" y="127000"/>
                  <a:pt x="228600" y="127000"/>
                </a:cubicBezTo>
                <a:cubicBezTo>
                  <a:pt x="218043" y="127000"/>
                  <a:pt x="209550" y="135493"/>
                  <a:pt x="209550" y="14605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3" name="Text 31"/>
          <p:cNvSpPr/>
          <p:nvPr/>
        </p:nvSpPr>
        <p:spPr>
          <a:xfrm>
            <a:off x="1016000" y="4165600"/>
            <a:ext cx="24384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62B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SEO Optimization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16000" y="4521200"/>
            <a:ext cx="24384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Search strategies that increase organic visibility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860800" y="3454400"/>
            <a:ext cx="2844800" cy="22860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6" name="Shape 34"/>
          <p:cNvSpPr/>
          <p:nvPr/>
        </p:nvSpPr>
        <p:spPr>
          <a:xfrm>
            <a:off x="3860800" y="3454400"/>
            <a:ext cx="2844800" cy="381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7" name="Shape 35"/>
          <p:cNvSpPr/>
          <p:nvPr/>
        </p:nvSpPr>
        <p:spPr>
          <a:xfrm>
            <a:off x="4064000" y="3657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04800" y="152400"/>
                </a:moveTo>
                <a:cubicBezTo>
                  <a:pt x="346869" y="152400"/>
                  <a:pt x="381000" y="118269"/>
                  <a:pt x="381000" y="76200"/>
                </a:cubicBezTo>
                <a:cubicBezTo>
                  <a:pt x="381000" y="34131"/>
                  <a:pt x="346869" y="0"/>
                  <a:pt x="304800" y="0"/>
                </a:cubicBezTo>
                <a:cubicBezTo>
                  <a:pt x="262731" y="0"/>
                  <a:pt x="228600" y="34131"/>
                  <a:pt x="228600" y="76200"/>
                </a:cubicBezTo>
                <a:cubicBezTo>
                  <a:pt x="228600" y="80486"/>
                  <a:pt x="228997" y="84773"/>
                  <a:pt x="229632" y="88900"/>
                </a:cubicBezTo>
                <a:lnTo>
                  <a:pt x="126683" y="146129"/>
                </a:lnTo>
                <a:cubicBezTo>
                  <a:pt x="113268" y="134223"/>
                  <a:pt x="95567" y="127000"/>
                  <a:pt x="76200" y="127000"/>
                </a:cubicBezTo>
                <a:cubicBezTo>
                  <a:pt x="34131" y="127000"/>
                  <a:pt x="0" y="161131"/>
                  <a:pt x="0" y="203200"/>
                </a:cubicBezTo>
                <a:cubicBezTo>
                  <a:pt x="0" y="245269"/>
                  <a:pt x="34131" y="279400"/>
                  <a:pt x="76200" y="279400"/>
                </a:cubicBezTo>
                <a:cubicBezTo>
                  <a:pt x="95568" y="279400"/>
                  <a:pt x="113189" y="272177"/>
                  <a:pt x="126683" y="260271"/>
                </a:cubicBezTo>
                <a:lnTo>
                  <a:pt x="229632" y="317500"/>
                </a:lnTo>
                <a:cubicBezTo>
                  <a:pt x="228918" y="321628"/>
                  <a:pt x="228600" y="325834"/>
                  <a:pt x="228600" y="330200"/>
                </a:cubicBezTo>
                <a:cubicBezTo>
                  <a:pt x="228600" y="372269"/>
                  <a:pt x="262731" y="406400"/>
                  <a:pt x="304800" y="406400"/>
                </a:cubicBezTo>
                <a:cubicBezTo>
                  <a:pt x="346869" y="406400"/>
                  <a:pt x="381000" y="372269"/>
                  <a:pt x="381000" y="330200"/>
                </a:cubicBezTo>
                <a:cubicBezTo>
                  <a:pt x="381000" y="288131"/>
                  <a:pt x="346869" y="254000"/>
                  <a:pt x="304800" y="254000"/>
                </a:cubicBezTo>
                <a:cubicBezTo>
                  <a:pt x="285433" y="254000"/>
                  <a:pt x="267811" y="261223"/>
                  <a:pt x="254317" y="273129"/>
                </a:cubicBezTo>
                <a:lnTo>
                  <a:pt x="151368" y="215900"/>
                </a:lnTo>
                <a:cubicBezTo>
                  <a:pt x="152083" y="211773"/>
                  <a:pt x="152400" y="207566"/>
                  <a:pt x="152400" y="203200"/>
                </a:cubicBezTo>
                <a:cubicBezTo>
                  <a:pt x="152400" y="198834"/>
                  <a:pt x="152003" y="194628"/>
                  <a:pt x="151368" y="190500"/>
                </a:cubicBezTo>
                <a:lnTo>
                  <a:pt x="254317" y="133271"/>
                </a:lnTo>
                <a:cubicBezTo>
                  <a:pt x="267732" y="145177"/>
                  <a:pt x="285432" y="152400"/>
                  <a:pt x="304800" y="15240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8" name="Text 36"/>
          <p:cNvSpPr/>
          <p:nvPr/>
        </p:nvSpPr>
        <p:spPr>
          <a:xfrm>
            <a:off x="4064000" y="4165600"/>
            <a:ext cx="24384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62B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Social Media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064000" y="4521200"/>
            <a:ext cx="24384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Engaging content and community management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908800" y="3454400"/>
            <a:ext cx="2844800" cy="22860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41" name="Shape 39"/>
          <p:cNvSpPr/>
          <p:nvPr/>
        </p:nvSpPr>
        <p:spPr>
          <a:xfrm>
            <a:off x="6908800" y="3454400"/>
            <a:ext cx="2844800" cy="381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2" name="Shape 40"/>
          <p:cNvSpPr/>
          <p:nvPr/>
        </p:nvSpPr>
        <p:spPr>
          <a:xfrm>
            <a:off x="7086600" y="36576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09074" y="-21431"/>
                </a:moveTo>
                <a:lnTo>
                  <a:pt x="220821" y="7779"/>
                </a:lnTo>
                <a:lnTo>
                  <a:pt x="250031" y="19526"/>
                </a:lnTo>
                <a:cubicBezTo>
                  <a:pt x="252413" y="20479"/>
                  <a:pt x="254000" y="22860"/>
                  <a:pt x="254000" y="25400"/>
                </a:cubicBezTo>
                <a:cubicBezTo>
                  <a:pt x="254000" y="27940"/>
                  <a:pt x="252413" y="30321"/>
                  <a:pt x="250031" y="31274"/>
                </a:cubicBezTo>
                <a:lnTo>
                  <a:pt x="220821" y="43021"/>
                </a:lnTo>
                <a:lnTo>
                  <a:pt x="209074" y="72231"/>
                </a:lnTo>
                <a:cubicBezTo>
                  <a:pt x="208121" y="74613"/>
                  <a:pt x="205740" y="76200"/>
                  <a:pt x="203200" y="76200"/>
                </a:cubicBezTo>
                <a:cubicBezTo>
                  <a:pt x="200660" y="76200"/>
                  <a:pt x="198279" y="74613"/>
                  <a:pt x="197326" y="72231"/>
                </a:cubicBezTo>
                <a:lnTo>
                  <a:pt x="185579" y="43021"/>
                </a:lnTo>
                <a:lnTo>
                  <a:pt x="156369" y="31274"/>
                </a:lnTo>
                <a:cubicBezTo>
                  <a:pt x="153988" y="30321"/>
                  <a:pt x="152400" y="27940"/>
                  <a:pt x="152400" y="25400"/>
                </a:cubicBezTo>
                <a:cubicBezTo>
                  <a:pt x="152400" y="22860"/>
                  <a:pt x="153988" y="20479"/>
                  <a:pt x="156369" y="19526"/>
                </a:cubicBezTo>
                <a:lnTo>
                  <a:pt x="185579" y="7779"/>
                </a:lnTo>
                <a:lnTo>
                  <a:pt x="197326" y="-21431"/>
                </a:lnTo>
                <a:cubicBezTo>
                  <a:pt x="198279" y="-23812"/>
                  <a:pt x="200660" y="-25400"/>
                  <a:pt x="203200" y="-25400"/>
                </a:cubicBezTo>
                <a:cubicBezTo>
                  <a:pt x="205740" y="-25400"/>
                  <a:pt x="208121" y="-23812"/>
                  <a:pt x="209074" y="-21431"/>
                </a:cubicBezTo>
                <a:close/>
                <a:moveTo>
                  <a:pt x="87868" y="33099"/>
                </a:moveTo>
                <a:lnTo>
                  <a:pt x="104934" y="72866"/>
                </a:lnTo>
                <a:lnTo>
                  <a:pt x="144701" y="89932"/>
                </a:lnTo>
                <a:cubicBezTo>
                  <a:pt x="149384" y="91916"/>
                  <a:pt x="152400" y="96520"/>
                  <a:pt x="152400" y="101600"/>
                </a:cubicBezTo>
                <a:cubicBezTo>
                  <a:pt x="152400" y="106680"/>
                  <a:pt x="149384" y="111284"/>
                  <a:pt x="144701" y="113268"/>
                </a:cubicBezTo>
                <a:lnTo>
                  <a:pt x="104934" y="130334"/>
                </a:lnTo>
                <a:lnTo>
                  <a:pt x="87868" y="170101"/>
                </a:lnTo>
                <a:cubicBezTo>
                  <a:pt x="85884" y="174784"/>
                  <a:pt x="81280" y="177800"/>
                  <a:pt x="76200" y="177800"/>
                </a:cubicBezTo>
                <a:cubicBezTo>
                  <a:pt x="71120" y="177800"/>
                  <a:pt x="66516" y="174784"/>
                  <a:pt x="64532" y="170101"/>
                </a:cubicBezTo>
                <a:lnTo>
                  <a:pt x="47466" y="130334"/>
                </a:lnTo>
                <a:lnTo>
                  <a:pt x="7699" y="113268"/>
                </a:lnTo>
                <a:cubicBezTo>
                  <a:pt x="3016" y="111284"/>
                  <a:pt x="0" y="106680"/>
                  <a:pt x="0" y="101600"/>
                </a:cubicBezTo>
                <a:cubicBezTo>
                  <a:pt x="0" y="96520"/>
                  <a:pt x="3016" y="91916"/>
                  <a:pt x="7699" y="89932"/>
                </a:cubicBezTo>
                <a:lnTo>
                  <a:pt x="47466" y="72866"/>
                </a:lnTo>
                <a:lnTo>
                  <a:pt x="64532" y="33099"/>
                </a:lnTo>
                <a:cubicBezTo>
                  <a:pt x="66516" y="28416"/>
                  <a:pt x="71120" y="25400"/>
                  <a:pt x="76200" y="25400"/>
                </a:cubicBezTo>
                <a:cubicBezTo>
                  <a:pt x="81280" y="25400"/>
                  <a:pt x="85884" y="28416"/>
                  <a:pt x="87868" y="33099"/>
                </a:cubicBezTo>
                <a:close/>
                <a:moveTo>
                  <a:pt x="368300" y="241300"/>
                </a:moveTo>
                <a:cubicBezTo>
                  <a:pt x="373380" y="241300"/>
                  <a:pt x="377984" y="244316"/>
                  <a:pt x="379968" y="248999"/>
                </a:cubicBezTo>
                <a:lnTo>
                  <a:pt x="397034" y="288766"/>
                </a:lnTo>
                <a:lnTo>
                  <a:pt x="436801" y="305832"/>
                </a:lnTo>
                <a:cubicBezTo>
                  <a:pt x="441484" y="307816"/>
                  <a:pt x="444500" y="312420"/>
                  <a:pt x="444500" y="317500"/>
                </a:cubicBezTo>
                <a:cubicBezTo>
                  <a:pt x="444500" y="322580"/>
                  <a:pt x="441484" y="327184"/>
                  <a:pt x="436801" y="329168"/>
                </a:cubicBezTo>
                <a:lnTo>
                  <a:pt x="397034" y="346234"/>
                </a:lnTo>
                <a:lnTo>
                  <a:pt x="379968" y="386001"/>
                </a:lnTo>
                <a:cubicBezTo>
                  <a:pt x="377984" y="390684"/>
                  <a:pt x="373380" y="393700"/>
                  <a:pt x="368300" y="393700"/>
                </a:cubicBezTo>
                <a:cubicBezTo>
                  <a:pt x="363220" y="393700"/>
                  <a:pt x="358616" y="390684"/>
                  <a:pt x="356632" y="386001"/>
                </a:cubicBezTo>
                <a:lnTo>
                  <a:pt x="339566" y="346234"/>
                </a:lnTo>
                <a:lnTo>
                  <a:pt x="299799" y="329168"/>
                </a:lnTo>
                <a:cubicBezTo>
                  <a:pt x="295116" y="327184"/>
                  <a:pt x="292100" y="322580"/>
                  <a:pt x="292100" y="317500"/>
                </a:cubicBezTo>
                <a:cubicBezTo>
                  <a:pt x="292100" y="312420"/>
                  <a:pt x="295116" y="307816"/>
                  <a:pt x="299799" y="305832"/>
                </a:cubicBezTo>
                <a:lnTo>
                  <a:pt x="339566" y="288766"/>
                </a:lnTo>
                <a:lnTo>
                  <a:pt x="356632" y="248999"/>
                </a:lnTo>
                <a:cubicBezTo>
                  <a:pt x="358616" y="244316"/>
                  <a:pt x="363220" y="241300"/>
                  <a:pt x="368300" y="241300"/>
                </a:cubicBezTo>
                <a:close/>
                <a:moveTo>
                  <a:pt x="365125" y="0"/>
                </a:moveTo>
                <a:cubicBezTo>
                  <a:pt x="373856" y="0"/>
                  <a:pt x="382270" y="3493"/>
                  <a:pt x="388541" y="9684"/>
                </a:cubicBezTo>
                <a:lnTo>
                  <a:pt x="422116" y="43259"/>
                </a:lnTo>
                <a:cubicBezTo>
                  <a:pt x="428308" y="49530"/>
                  <a:pt x="431800" y="57944"/>
                  <a:pt x="431800" y="66675"/>
                </a:cubicBezTo>
                <a:cubicBezTo>
                  <a:pt x="431800" y="75406"/>
                  <a:pt x="428308" y="83820"/>
                  <a:pt x="422116" y="90091"/>
                </a:cubicBezTo>
                <a:lnTo>
                  <a:pt x="352107" y="160099"/>
                </a:lnTo>
                <a:lnTo>
                  <a:pt x="271701" y="79693"/>
                </a:lnTo>
                <a:lnTo>
                  <a:pt x="341709" y="9684"/>
                </a:lnTo>
                <a:cubicBezTo>
                  <a:pt x="347980" y="3493"/>
                  <a:pt x="356394" y="0"/>
                  <a:pt x="365125" y="0"/>
                </a:cubicBezTo>
                <a:close/>
                <a:moveTo>
                  <a:pt x="35084" y="316309"/>
                </a:moveTo>
                <a:lnTo>
                  <a:pt x="244793" y="106601"/>
                </a:lnTo>
                <a:lnTo>
                  <a:pt x="325199" y="187008"/>
                </a:lnTo>
                <a:lnTo>
                  <a:pt x="115491" y="396716"/>
                </a:lnTo>
                <a:cubicBezTo>
                  <a:pt x="109220" y="402908"/>
                  <a:pt x="100806" y="406400"/>
                  <a:pt x="92075" y="406400"/>
                </a:cubicBezTo>
                <a:cubicBezTo>
                  <a:pt x="83344" y="406400"/>
                  <a:pt x="74930" y="402908"/>
                  <a:pt x="68659" y="396716"/>
                </a:cubicBezTo>
                <a:lnTo>
                  <a:pt x="35084" y="363141"/>
                </a:lnTo>
                <a:cubicBezTo>
                  <a:pt x="28893" y="356870"/>
                  <a:pt x="25400" y="348456"/>
                  <a:pt x="25400" y="339725"/>
                </a:cubicBezTo>
                <a:cubicBezTo>
                  <a:pt x="25400" y="330994"/>
                  <a:pt x="28893" y="322580"/>
                  <a:pt x="35084" y="316309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43" name="Text 41"/>
          <p:cNvSpPr/>
          <p:nvPr/>
        </p:nvSpPr>
        <p:spPr>
          <a:xfrm>
            <a:off x="7112000" y="4165600"/>
            <a:ext cx="24384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62B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UI/UX Design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112000" y="4521200"/>
            <a:ext cx="24384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User-centered design for exceptional experiences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9956800" y="3454400"/>
            <a:ext cx="2844800" cy="22860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46" name="Shape 44"/>
          <p:cNvSpPr/>
          <p:nvPr/>
        </p:nvSpPr>
        <p:spPr>
          <a:xfrm>
            <a:off x="9956800" y="3454400"/>
            <a:ext cx="2844800" cy="381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7" name="Shape 45"/>
          <p:cNvSpPr/>
          <p:nvPr/>
        </p:nvSpPr>
        <p:spPr>
          <a:xfrm>
            <a:off x="10109200" y="36576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330121" y="167084"/>
                </a:moveTo>
                <a:cubicBezTo>
                  <a:pt x="339804" y="164465"/>
                  <a:pt x="349964" y="169069"/>
                  <a:pt x="354330" y="178038"/>
                </a:cubicBezTo>
                <a:lnTo>
                  <a:pt x="369094" y="207883"/>
                </a:lnTo>
                <a:cubicBezTo>
                  <a:pt x="377269" y="208994"/>
                  <a:pt x="385286" y="211217"/>
                  <a:pt x="392827" y="214313"/>
                </a:cubicBezTo>
                <a:lnTo>
                  <a:pt x="420608" y="195818"/>
                </a:lnTo>
                <a:cubicBezTo>
                  <a:pt x="428943" y="190262"/>
                  <a:pt x="439976" y="191373"/>
                  <a:pt x="447040" y="198438"/>
                </a:cubicBezTo>
                <a:lnTo>
                  <a:pt x="462280" y="213678"/>
                </a:lnTo>
                <a:cubicBezTo>
                  <a:pt x="469344" y="220742"/>
                  <a:pt x="470456" y="231854"/>
                  <a:pt x="464899" y="240109"/>
                </a:cubicBezTo>
                <a:lnTo>
                  <a:pt x="446405" y="267811"/>
                </a:lnTo>
                <a:cubicBezTo>
                  <a:pt x="447913" y="271542"/>
                  <a:pt x="449263" y="275431"/>
                  <a:pt x="450374" y="279479"/>
                </a:cubicBezTo>
                <a:cubicBezTo>
                  <a:pt x="451485" y="283528"/>
                  <a:pt x="452199" y="287496"/>
                  <a:pt x="452755" y="291544"/>
                </a:cubicBezTo>
                <a:lnTo>
                  <a:pt x="482679" y="306308"/>
                </a:lnTo>
                <a:cubicBezTo>
                  <a:pt x="491649" y="310753"/>
                  <a:pt x="496253" y="320913"/>
                  <a:pt x="493633" y="330518"/>
                </a:cubicBezTo>
                <a:lnTo>
                  <a:pt x="488077" y="351314"/>
                </a:lnTo>
                <a:cubicBezTo>
                  <a:pt x="485458" y="360918"/>
                  <a:pt x="476488" y="367427"/>
                  <a:pt x="466487" y="366792"/>
                </a:cubicBezTo>
                <a:lnTo>
                  <a:pt x="433149" y="364649"/>
                </a:lnTo>
                <a:cubicBezTo>
                  <a:pt x="428149" y="371078"/>
                  <a:pt x="422354" y="377031"/>
                  <a:pt x="415766" y="382111"/>
                </a:cubicBezTo>
                <a:lnTo>
                  <a:pt x="417909" y="415369"/>
                </a:lnTo>
                <a:cubicBezTo>
                  <a:pt x="418544" y="425371"/>
                  <a:pt x="412036" y="434419"/>
                  <a:pt x="402431" y="436959"/>
                </a:cubicBezTo>
                <a:lnTo>
                  <a:pt x="381635" y="442516"/>
                </a:lnTo>
                <a:cubicBezTo>
                  <a:pt x="371951" y="445135"/>
                  <a:pt x="361871" y="440531"/>
                  <a:pt x="357426" y="431562"/>
                </a:cubicBezTo>
                <a:lnTo>
                  <a:pt x="342662" y="401717"/>
                </a:lnTo>
                <a:cubicBezTo>
                  <a:pt x="334486" y="400606"/>
                  <a:pt x="326469" y="398383"/>
                  <a:pt x="318929" y="395288"/>
                </a:cubicBezTo>
                <a:lnTo>
                  <a:pt x="291148" y="413782"/>
                </a:lnTo>
                <a:cubicBezTo>
                  <a:pt x="282813" y="419338"/>
                  <a:pt x="271780" y="418227"/>
                  <a:pt x="264716" y="411163"/>
                </a:cubicBezTo>
                <a:lnTo>
                  <a:pt x="249476" y="395923"/>
                </a:lnTo>
                <a:cubicBezTo>
                  <a:pt x="242411" y="388858"/>
                  <a:pt x="241300" y="377825"/>
                  <a:pt x="246856" y="369491"/>
                </a:cubicBezTo>
                <a:lnTo>
                  <a:pt x="265351" y="341709"/>
                </a:lnTo>
                <a:cubicBezTo>
                  <a:pt x="263843" y="337979"/>
                  <a:pt x="262493" y="334089"/>
                  <a:pt x="261382" y="330041"/>
                </a:cubicBezTo>
                <a:cubicBezTo>
                  <a:pt x="260271" y="325993"/>
                  <a:pt x="259556" y="321945"/>
                  <a:pt x="259001" y="317976"/>
                </a:cubicBezTo>
                <a:lnTo>
                  <a:pt x="229076" y="303213"/>
                </a:lnTo>
                <a:cubicBezTo>
                  <a:pt x="220107" y="298768"/>
                  <a:pt x="215583" y="288608"/>
                  <a:pt x="218123" y="279003"/>
                </a:cubicBezTo>
                <a:lnTo>
                  <a:pt x="223679" y="258207"/>
                </a:lnTo>
                <a:cubicBezTo>
                  <a:pt x="226298" y="248602"/>
                  <a:pt x="235268" y="242094"/>
                  <a:pt x="245269" y="242729"/>
                </a:cubicBezTo>
                <a:lnTo>
                  <a:pt x="278527" y="244872"/>
                </a:lnTo>
                <a:cubicBezTo>
                  <a:pt x="283528" y="238442"/>
                  <a:pt x="289322" y="232489"/>
                  <a:pt x="295910" y="227409"/>
                </a:cubicBezTo>
                <a:lnTo>
                  <a:pt x="293767" y="194231"/>
                </a:lnTo>
                <a:cubicBezTo>
                  <a:pt x="293132" y="184229"/>
                  <a:pt x="299641" y="175181"/>
                  <a:pt x="309245" y="172641"/>
                </a:cubicBezTo>
                <a:lnTo>
                  <a:pt x="330041" y="167084"/>
                </a:lnTo>
                <a:close/>
                <a:moveTo>
                  <a:pt x="355918" y="269875"/>
                </a:moveTo>
                <a:cubicBezTo>
                  <a:pt x="336642" y="269897"/>
                  <a:pt x="321010" y="285564"/>
                  <a:pt x="321032" y="304840"/>
                </a:cubicBezTo>
                <a:cubicBezTo>
                  <a:pt x="321054" y="324115"/>
                  <a:pt x="336721" y="339747"/>
                  <a:pt x="355997" y="339725"/>
                </a:cubicBezTo>
                <a:cubicBezTo>
                  <a:pt x="375273" y="339703"/>
                  <a:pt x="390904" y="324036"/>
                  <a:pt x="390882" y="304760"/>
                </a:cubicBezTo>
                <a:cubicBezTo>
                  <a:pt x="390860" y="285485"/>
                  <a:pt x="375193" y="269853"/>
                  <a:pt x="355918" y="269875"/>
                </a:cubicBezTo>
                <a:close/>
                <a:moveTo>
                  <a:pt x="178514" y="-36116"/>
                </a:moveTo>
                <a:lnTo>
                  <a:pt x="199311" y="-30559"/>
                </a:lnTo>
                <a:cubicBezTo>
                  <a:pt x="208915" y="-27940"/>
                  <a:pt x="215424" y="-18891"/>
                  <a:pt x="214789" y="-8969"/>
                </a:cubicBezTo>
                <a:lnTo>
                  <a:pt x="212646" y="24209"/>
                </a:lnTo>
                <a:cubicBezTo>
                  <a:pt x="219234" y="29289"/>
                  <a:pt x="225028" y="35163"/>
                  <a:pt x="230029" y="41672"/>
                </a:cubicBezTo>
                <a:lnTo>
                  <a:pt x="263366" y="39529"/>
                </a:lnTo>
                <a:cubicBezTo>
                  <a:pt x="273288" y="38894"/>
                  <a:pt x="282337" y="45403"/>
                  <a:pt x="284956" y="55007"/>
                </a:cubicBezTo>
                <a:lnTo>
                  <a:pt x="290513" y="75803"/>
                </a:lnTo>
                <a:cubicBezTo>
                  <a:pt x="293053" y="85408"/>
                  <a:pt x="288528" y="95568"/>
                  <a:pt x="279559" y="100013"/>
                </a:cubicBezTo>
                <a:lnTo>
                  <a:pt x="249634" y="114776"/>
                </a:lnTo>
                <a:cubicBezTo>
                  <a:pt x="249079" y="118824"/>
                  <a:pt x="248285" y="122873"/>
                  <a:pt x="247253" y="126841"/>
                </a:cubicBezTo>
                <a:cubicBezTo>
                  <a:pt x="246221" y="130810"/>
                  <a:pt x="244793" y="134779"/>
                  <a:pt x="243284" y="138509"/>
                </a:cubicBezTo>
                <a:lnTo>
                  <a:pt x="261779" y="166291"/>
                </a:lnTo>
                <a:cubicBezTo>
                  <a:pt x="267335" y="174625"/>
                  <a:pt x="266224" y="185658"/>
                  <a:pt x="259159" y="192722"/>
                </a:cubicBezTo>
                <a:lnTo>
                  <a:pt x="243919" y="207963"/>
                </a:lnTo>
                <a:cubicBezTo>
                  <a:pt x="236855" y="215027"/>
                  <a:pt x="225822" y="216138"/>
                  <a:pt x="217488" y="210582"/>
                </a:cubicBezTo>
                <a:lnTo>
                  <a:pt x="189706" y="192088"/>
                </a:lnTo>
                <a:cubicBezTo>
                  <a:pt x="182166" y="195183"/>
                  <a:pt x="174149" y="197406"/>
                  <a:pt x="165973" y="198517"/>
                </a:cubicBezTo>
                <a:lnTo>
                  <a:pt x="151209" y="228362"/>
                </a:lnTo>
                <a:cubicBezTo>
                  <a:pt x="146764" y="237331"/>
                  <a:pt x="136604" y="241856"/>
                  <a:pt x="127000" y="239316"/>
                </a:cubicBezTo>
                <a:lnTo>
                  <a:pt x="106204" y="233759"/>
                </a:lnTo>
                <a:cubicBezTo>
                  <a:pt x="96520" y="231140"/>
                  <a:pt x="90091" y="222091"/>
                  <a:pt x="90726" y="212169"/>
                </a:cubicBezTo>
                <a:lnTo>
                  <a:pt x="92869" y="178911"/>
                </a:lnTo>
                <a:cubicBezTo>
                  <a:pt x="86281" y="173831"/>
                  <a:pt x="80486" y="167958"/>
                  <a:pt x="75486" y="161449"/>
                </a:cubicBezTo>
                <a:lnTo>
                  <a:pt x="42148" y="163592"/>
                </a:lnTo>
                <a:cubicBezTo>
                  <a:pt x="32226" y="164227"/>
                  <a:pt x="23178" y="157718"/>
                  <a:pt x="20558" y="148114"/>
                </a:cubicBezTo>
                <a:lnTo>
                  <a:pt x="15002" y="127318"/>
                </a:lnTo>
                <a:cubicBezTo>
                  <a:pt x="12462" y="117713"/>
                  <a:pt x="16986" y="107553"/>
                  <a:pt x="25956" y="103108"/>
                </a:cubicBezTo>
                <a:lnTo>
                  <a:pt x="55880" y="88344"/>
                </a:lnTo>
                <a:cubicBezTo>
                  <a:pt x="56436" y="84296"/>
                  <a:pt x="57229" y="80328"/>
                  <a:pt x="58261" y="76279"/>
                </a:cubicBezTo>
                <a:cubicBezTo>
                  <a:pt x="59373" y="72231"/>
                  <a:pt x="60643" y="68342"/>
                  <a:pt x="62230" y="64611"/>
                </a:cubicBezTo>
                <a:lnTo>
                  <a:pt x="43736" y="36909"/>
                </a:lnTo>
                <a:cubicBezTo>
                  <a:pt x="38179" y="28575"/>
                  <a:pt x="39291" y="17542"/>
                  <a:pt x="46355" y="10478"/>
                </a:cubicBezTo>
                <a:lnTo>
                  <a:pt x="61595" y="-4762"/>
                </a:lnTo>
                <a:cubicBezTo>
                  <a:pt x="68659" y="-11827"/>
                  <a:pt x="79693" y="-12938"/>
                  <a:pt x="88027" y="-7382"/>
                </a:cubicBezTo>
                <a:lnTo>
                  <a:pt x="115808" y="11113"/>
                </a:lnTo>
                <a:cubicBezTo>
                  <a:pt x="123349" y="8017"/>
                  <a:pt x="131366" y="5794"/>
                  <a:pt x="139541" y="4683"/>
                </a:cubicBezTo>
                <a:lnTo>
                  <a:pt x="154305" y="-25162"/>
                </a:lnTo>
                <a:cubicBezTo>
                  <a:pt x="158750" y="-34131"/>
                  <a:pt x="168831" y="-38656"/>
                  <a:pt x="178514" y="-36116"/>
                </a:cubicBezTo>
                <a:close/>
                <a:moveTo>
                  <a:pt x="152718" y="66675"/>
                </a:moveTo>
                <a:cubicBezTo>
                  <a:pt x="133442" y="66675"/>
                  <a:pt x="117793" y="82324"/>
                  <a:pt x="117793" y="101600"/>
                </a:cubicBezTo>
                <a:cubicBezTo>
                  <a:pt x="117793" y="120876"/>
                  <a:pt x="133442" y="136525"/>
                  <a:pt x="152718" y="136525"/>
                </a:cubicBezTo>
                <a:cubicBezTo>
                  <a:pt x="171993" y="136525"/>
                  <a:pt x="187643" y="120876"/>
                  <a:pt x="187643" y="101600"/>
                </a:cubicBezTo>
                <a:cubicBezTo>
                  <a:pt x="187643" y="82324"/>
                  <a:pt x="171993" y="66675"/>
                  <a:pt x="152718" y="66675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8" name="Text 46"/>
          <p:cNvSpPr/>
          <p:nvPr/>
        </p:nvSpPr>
        <p:spPr>
          <a:xfrm>
            <a:off x="10160000" y="4165600"/>
            <a:ext cx="24384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62B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Automation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0160000" y="4521200"/>
            <a:ext cx="24384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Streamline operations with intelligent automation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3004800" y="3454400"/>
            <a:ext cx="2438400" cy="22860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51" name="Shape 49"/>
          <p:cNvSpPr/>
          <p:nvPr/>
        </p:nvSpPr>
        <p:spPr>
          <a:xfrm>
            <a:off x="13004800" y="3454400"/>
            <a:ext cx="2438400" cy="381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2" name="Shape 50"/>
          <p:cNvSpPr/>
          <p:nvPr/>
        </p:nvSpPr>
        <p:spPr>
          <a:xfrm>
            <a:off x="13208000" y="3657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95250" y="44450"/>
                </a:moveTo>
                <a:cubicBezTo>
                  <a:pt x="95250" y="19923"/>
                  <a:pt x="115173" y="0"/>
                  <a:pt x="139700" y="0"/>
                </a:cubicBezTo>
                <a:lnTo>
                  <a:pt x="158750" y="0"/>
                </a:lnTo>
                <a:cubicBezTo>
                  <a:pt x="172799" y="0"/>
                  <a:pt x="184150" y="11351"/>
                  <a:pt x="184150" y="25400"/>
                </a:cubicBezTo>
                <a:lnTo>
                  <a:pt x="184150" y="381000"/>
                </a:lnTo>
                <a:cubicBezTo>
                  <a:pt x="184150" y="395049"/>
                  <a:pt x="172799" y="406400"/>
                  <a:pt x="158750" y="406400"/>
                </a:cubicBezTo>
                <a:lnTo>
                  <a:pt x="133350" y="406400"/>
                </a:lnTo>
                <a:cubicBezTo>
                  <a:pt x="109696" y="406400"/>
                  <a:pt x="89773" y="390208"/>
                  <a:pt x="84138" y="368300"/>
                </a:cubicBezTo>
                <a:cubicBezTo>
                  <a:pt x="83582" y="368300"/>
                  <a:pt x="83106" y="368300"/>
                  <a:pt x="82550" y="368300"/>
                </a:cubicBezTo>
                <a:cubicBezTo>
                  <a:pt x="47466" y="368300"/>
                  <a:pt x="19050" y="339884"/>
                  <a:pt x="19050" y="304800"/>
                </a:cubicBezTo>
                <a:cubicBezTo>
                  <a:pt x="19050" y="290513"/>
                  <a:pt x="23813" y="277336"/>
                  <a:pt x="31750" y="266700"/>
                </a:cubicBezTo>
                <a:cubicBezTo>
                  <a:pt x="16351" y="255111"/>
                  <a:pt x="6350" y="236696"/>
                  <a:pt x="6350" y="215900"/>
                </a:cubicBezTo>
                <a:cubicBezTo>
                  <a:pt x="6350" y="191373"/>
                  <a:pt x="20320" y="170021"/>
                  <a:pt x="40640" y="159464"/>
                </a:cubicBezTo>
                <a:cubicBezTo>
                  <a:pt x="35004" y="149939"/>
                  <a:pt x="31750" y="138827"/>
                  <a:pt x="31750" y="127000"/>
                </a:cubicBezTo>
                <a:cubicBezTo>
                  <a:pt x="31750" y="91916"/>
                  <a:pt x="60166" y="63500"/>
                  <a:pt x="95250" y="63500"/>
                </a:cubicBezTo>
                <a:lnTo>
                  <a:pt x="95250" y="44450"/>
                </a:lnTo>
                <a:close/>
                <a:moveTo>
                  <a:pt x="311150" y="44450"/>
                </a:moveTo>
                <a:lnTo>
                  <a:pt x="311150" y="63500"/>
                </a:lnTo>
                <a:cubicBezTo>
                  <a:pt x="346234" y="63500"/>
                  <a:pt x="374650" y="91916"/>
                  <a:pt x="374650" y="127000"/>
                </a:cubicBezTo>
                <a:cubicBezTo>
                  <a:pt x="374650" y="138906"/>
                  <a:pt x="371396" y="150019"/>
                  <a:pt x="365760" y="159464"/>
                </a:cubicBezTo>
                <a:cubicBezTo>
                  <a:pt x="386159" y="170021"/>
                  <a:pt x="400050" y="191294"/>
                  <a:pt x="400050" y="215900"/>
                </a:cubicBezTo>
                <a:cubicBezTo>
                  <a:pt x="400050" y="236696"/>
                  <a:pt x="390049" y="255111"/>
                  <a:pt x="374650" y="266700"/>
                </a:cubicBezTo>
                <a:cubicBezTo>
                  <a:pt x="382588" y="277336"/>
                  <a:pt x="387350" y="290513"/>
                  <a:pt x="387350" y="304800"/>
                </a:cubicBezTo>
                <a:cubicBezTo>
                  <a:pt x="387350" y="339884"/>
                  <a:pt x="358934" y="368300"/>
                  <a:pt x="323850" y="368300"/>
                </a:cubicBezTo>
                <a:cubicBezTo>
                  <a:pt x="323294" y="368300"/>
                  <a:pt x="322818" y="368300"/>
                  <a:pt x="322263" y="368300"/>
                </a:cubicBezTo>
                <a:cubicBezTo>
                  <a:pt x="316627" y="390208"/>
                  <a:pt x="296704" y="406400"/>
                  <a:pt x="273050" y="406400"/>
                </a:cubicBezTo>
                <a:lnTo>
                  <a:pt x="247650" y="406400"/>
                </a:lnTo>
                <a:cubicBezTo>
                  <a:pt x="233601" y="406400"/>
                  <a:pt x="222250" y="395049"/>
                  <a:pt x="222250" y="381000"/>
                </a:cubicBezTo>
                <a:lnTo>
                  <a:pt x="222250" y="25400"/>
                </a:lnTo>
                <a:cubicBezTo>
                  <a:pt x="222250" y="11351"/>
                  <a:pt x="233601" y="0"/>
                  <a:pt x="247650" y="0"/>
                </a:cubicBezTo>
                <a:lnTo>
                  <a:pt x="266700" y="0"/>
                </a:lnTo>
                <a:cubicBezTo>
                  <a:pt x="291227" y="0"/>
                  <a:pt x="311150" y="19923"/>
                  <a:pt x="311150" y="4445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3" name="Text 51"/>
          <p:cNvSpPr/>
          <p:nvPr/>
        </p:nvSpPr>
        <p:spPr>
          <a:xfrm>
            <a:off x="13208000" y="4165600"/>
            <a:ext cx="203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62B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Solutions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3208000" y="4521200"/>
            <a:ext cx="20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Leverage AI for business innovation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12800" y="6045200"/>
            <a:ext cx="14630400" cy="1270000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56" name="Text 54"/>
          <p:cNvSpPr/>
          <p:nvPr/>
        </p:nvSpPr>
        <p:spPr>
          <a:xfrm>
            <a:off x="1066800" y="6223000"/>
            <a:ext cx="1016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Need a custom solution?</a:t>
            </a:r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2000" dirty="0">
                <a:solidFill>
                  <a:srgbClr val="818C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Let's discuss your project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066800" y="6654800"/>
            <a:ext cx="1016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tailor our services to match your unique business requirements and growth objectives.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14478000" y="6350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98408" y="331708"/>
                </a:moveTo>
                <a:cubicBezTo>
                  <a:pt x="613291" y="316825"/>
                  <a:pt x="613291" y="292656"/>
                  <a:pt x="598408" y="277773"/>
                </a:cubicBezTo>
                <a:lnTo>
                  <a:pt x="407908" y="87273"/>
                </a:lnTo>
                <a:cubicBezTo>
                  <a:pt x="393025" y="72390"/>
                  <a:pt x="368856" y="72390"/>
                  <a:pt x="353973" y="87273"/>
                </a:cubicBezTo>
                <a:cubicBezTo>
                  <a:pt x="339090" y="102156"/>
                  <a:pt x="339090" y="126325"/>
                  <a:pt x="353973" y="141208"/>
                </a:cubicBezTo>
                <a:lnTo>
                  <a:pt x="479465" y="266700"/>
                </a:lnTo>
                <a:lnTo>
                  <a:pt x="38100" y="266700"/>
                </a:lnTo>
                <a:cubicBezTo>
                  <a:pt x="17026" y="266700"/>
                  <a:pt x="0" y="283726"/>
                  <a:pt x="0" y="304800"/>
                </a:cubicBezTo>
                <a:cubicBezTo>
                  <a:pt x="0" y="325874"/>
                  <a:pt x="17026" y="342900"/>
                  <a:pt x="38100" y="342900"/>
                </a:cubicBezTo>
                <a:lnTo>
                  <a:pt x="479465" y="342900"/>
                </a:lnTo>
                <a:lnTo>
                  <a:pt x="353973" y="468392"/>
                </a:lnTo>
                <a:cubicBezTo>
                  <a:pt x="339090" y="483275"/>
                  <a:pt x="339090" y="507444"/>
                  <a:pt x="353973" y="522327"/>
                </a:cubicBezTo>
                <a:cubicBezTo>
                  <a:pt x="368856" y="537210"/>
                  <a:pt x="393025" y="537210"/>
                  <a:pt x="407908" y="522327"/>
                </a:cubicBezTo>
                <a:lnTo>
                  <a:pt x="598408" y="331827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9" name="Text 57"/>
          <p:cNvSpPr/>
          <p:nvPr/>
        </p:nvSpPr>
        <p:spPr>
          <a:xfrm>
            <a:off x="812800" y="8636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ZapInnovative — Services Overview 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600" cy="9144000"/>
          </a:xfrm>
          <a:prstGeom prst="rect">
            <a:avLst/>
          </a:prstGeom>
          <a:gradFill rotWithShape="1" flip="none">
            <a:gsLst>
              <a:gs pos="0">
                <a:srgbClr val="6366F1"/>
              </a:gs>
              <a:gs pos="100000">
                <a:srgbClr val="8B5CF6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0414000" y="1016000"/>
            <a:ext cx="5334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6000" b="1" dirty="0">
                <a:solidFill>
                  <a:srgbClr val="FFFFFF">
                    <a:alpha val="784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70000" y="3556000"/>
            <a:ext cx="9525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Choose Us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270000" y="4368800"/>
            <a:ext cx="1270000" cy="0"/>
          </a:xfrm>
          <a:prstGeom prst="straightConnector1">
            <a:avLst/>
          </a:prstGeom>
          <a:noFill/>
          <a:ln w="12700">
            <a:solidFill>
              <a:srgbClr val="6366F1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1270000" y="46228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818C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Our competitive edge and proven methodology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0" y="8636000"/>
            <a:ext cx="203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18C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03 / 05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60400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127000"/>
            <a:ext cx="13335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 Reasons to Partner With ZapInnovative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113000" y="127000"/>
            <a:ext cx="76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5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2800" y="914400"/>
            <a:ext cx="3454400" cy="18796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914400"/>
            <a:ext cx="3454400" cy="381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Shape 5"/>
          <p:cNvSpPr/>
          <p:nvPr/>
        </p:nvSpPr>
        <p:spPr>
          <a:xfrm>
            <a:off x="1060450" y="11176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1549400"/>
            <a:ext cx="304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62B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Innovation-Driven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18796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stay ahead of technology trends to deliver cutting-edge solutions.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21200" y="914400"/>
            <a:ext cx="3454400" cy="18796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21200" y="914400"/>
            <a:ext cx="3454400" cy="381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Shape 10"/>
          <p:cNvSpPr/>
          <p:nvPr/>
        </p:nvSpPr>
        <p:spPr>
          <a:xfrm>
            <a:off x="4679950" y="11176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222250" y="11112"/>
                </a:moveTo>
                <a:cubicBezTo>
                  <a:pt x="262116" y="11112"/>
                  <a:pt x="294481" y="43478"/>
                  <a:pt x="294481" y="83344"/>
                </a:cubicBezTo>
                <a:cubicBezTo>
                  <a:pt x="294481" y="123209"/>
                  <a:pt x="262116" y="155575"/>
                  <a:pt x="222250" y="155575"/>
                </a:cubicBezTo>
                <a:cubicBezTo>
                  <a:pt x="182384" y="155575"/>
                  <a:pt x="150019" y="123209"/>
                  <a:pt x="150019" y="83344"/>
                </a:cubicBezTo>
                <a:cubicBezTo>
                  <a:pt x="150019" y="43478"/>
                  <a:pt x="182384" y="11113"/>
                  <a:pt x="222250" y="11112"/>
                </a:cubicBezTo>
                <a:close/>
                <a:moveTo>
                  <a:pt x="66675" y="61119"/>
                </a:moveTo>
                <a:cubicBezTo>
                  <a:pt x="94274" y="61119"/>
                  <a:pt x="116681" y="83526"/>
                  <a:pt x="116681" y="111125"/>
                </a:cubicBezTo>
                <a:cubicBezTo>
                  <a:pt x="116681" y="138724"/>
                  <a:pt x="94274" y="161131"/>
                  <a:pt x="66675" y="161131"/>
                </a:cubicBezTo>
                <a:cubicBezTo>
                  <a:pt x="39076" y="161131"/>
                  <a:pt x="16669" y="138724"/>
                  <a:pt x="16669" y="111125"/>
                </a:cubicBezTo>
                <a:cubicBezTo>
                  <a:pt x="16669" y="83526"/>
                  <a:pt x="39076" y="61119"/>
                  <a:pt x="66675" y="61119"/>
                </a:cubicBezTo>
                <a:close/>
                <a:moveTo>
                  <a:pt x="0" y="288925"/>
                </a:moveTo>
                <a:cubicBezTo>
                  <a:pt x="0" y="239822"/>
                  <a:pt x="39797" y="200025"/>
                  <a:pt x="88900" y="200025"/>
                </a:cubicBezTo>
                <a:cubicBezTo>
                  <a:pt x="97790" y="200025"/>
                  <a:pt x="106402" y="201345"/>
                  <a:pt x="114528" y="203775"/>
                </a:cubicBezTo>
                <a:cubicBezTo>
                  <a:pt x="91678" y="229334"/>
                  <a:pt x="77788" y="263088"/>
                  <a:pt x="77788" y="300038"/>
                </a:cubicBezTo>
                <a:lnTo>
                  <a:pt x="77788" y="311150"/>
                </a:lnTo>
                <a:cubicBezTo>
                  <a:pt x="77788" y="319068"/>
                  <a:pt x="79454" y="326569"/>
                  <a:pt x="82441" y="333375"/>
                </a:cubicBezTo>
                <a:lnTo>
                  <a:pt x="22225" y="333375"/>
                </a:lnTo>
                <a:cubicBezTo>
                  <a:pt x="9932" y="333375"/>
                  <a:pt x="0" y="323443"/>
                  <a:pt x="0" y="311150"/>
                </a:cubicBezTo>
                <a:lnTo>
                  <a:pt x="0" y="288925"/>
                </a:lnTo>
                <a:close/>
                <a:moveTo>
                  <a:pt x="362059" y="333375"/>
                </a:moveTo>
                <a:cubicBezTo>
                  <a:pt x="365046" y="326569"/>
                  <a:pt x="366712" y="319068"/>
                  <a:pt x="366712" y="311150"/>
                </a:cubicBezTo>
                <a:lnTo>
                  <a:pt x="366712" y="300038"/>
                </a:lnTo>
                <a:cubicBezTo>
                  <a:pt x="366712" y="263088"/>
                  <a:pt x="352822" y="229334"/>
                  <a:pt x="329972" y="203775"/>
                </a:cubicBezTo>
                <a:cubicBezTo>
                  <a:pt x="338098" y="201345"/>
                  <a:pt x="346710" y="200025"/>
                  <a:pt x="355600" y="200025"/>
                </a:cubicBezTo>
                <a:cubicBezTo>
                  <a:pt x="404703" y="200025"/>
                  <a:pt x="444500" y="239822"/>
                  <a:pt x="444500" y="288925"/>
                </a:cubicBezTo>
                <a:lnTo>
                  <a:pt x="444500" y="311150"/>
                </a:lnTo>
                <a:cubicBezTo>
                  <a:pt x="444500" y="323443"/>
                  <a:pt x="434568" y="333375"/>
                  <a:pt x="422275" y="333375"/>
                </a:cubicBezTo>
                <a:lnTo>
                  <a:pt x="362059" y="333375"/>
                </a:lnTo>
                <a:close/>
                <a:moveTo>
                  <a:pt x="327819" y="111125"/>
                </a:moveTo>
                <a:cubicBezTo>
                  <a:pt x="327819" y="83526"/>
                  <a:pt x="350226" y="61119"/>
                  <a:pt x="377825" y="61119"/>
                </a:cubicBezTo>
                <a:cubicBezTo>
                  <a:pt x="405424" y="61119"/>
                  <a:pt x="427831" y="83526"/>
                  <a:pt x="427831" y="111125"/>
                </a:cubicBezTo>
                <a:cubicBezTo>
                  <a:pt x="427831" y="138724"/>
                  <a:pt x="405424" y="161131"/>
                  <a:pt x="377825" y="161131"/>
                </a:cubicBezTo>
                <a:cubicBezTo>
                  <a:pt x="350226" y="161131"/>
                  <a:pt x="327819" y="138724"/>
                  <a:pt x="327819" y="111125"/>
                </a:cubicBezTo>
                <a:close/>
                <a:moveTo>
                  <a:pt x="111125" y="300038"/>
                </a:moveTo>
                <a:cubicBezTo>
                  <a:pt x="111125" y="238641"/>
                  <a:pt x="160853" y="188913"/>
                  <a:pt x="222250" y="188913"/>
                </a:cubicBezTo>
                <a:cubicBezTo>
                  <a:pt x="283647" y="188913"/>
                  <a:pt x="333375" y="238641"/>
                  <a:pt x="333375" y="300038"/>
                </a:cubicBezTo>
                <a:lnTo>
                  <a:pt x="333375" y="311150"/>
                </a:lnTo>
                <a:cubicBezTo>
                  <a:pt x="333375" y="323443"/>
                  <a:pt x="323443" y="333375"/>
                  <a:pt x="311150" y="333375"/>
                </a:cubicBezTo>
                <a:lnTo>
                  <a:pt x="133350" y="333375"/>
                </a:lnTo>
                <a:cubicBezTo>
                  <a:pt x="121057" y="333375"/>
                  <a:pt x="111125" y="323443"/>
                  <a:pt x="111125" y="311150"/>
                </a:cubicBezTo>
                <a:lnTo>
                  <a:pt x="111125" y="300038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4724400" y="1549400"/>
            <a:ext cx="304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62B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Experienced Team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24400" y="18796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50+ experts across development, design, and digital strategy.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600" y="914400"/>
            <a:ext cx="3454400" cy="18796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0" y="914400"/>
            <a:ext cx="3454400" cy="381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8432800" y="1117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225" y="44450"/>
                </a:moveTo>
                <a:cubicBezTo>
                  <a:pt x="9932" y="44450"/>
                  <a:pt x="0" y="54382"/>
                  <a:pt x="0" y="66675"/>
                </a:cubicBezTo>
                <a:cubicBezTo>
                  <a:pt x="0" y="78968"/>
                  <a:pt x="9932" y="88900"/>
                  <a:pt x="22225" y="88900"/>
                </a:cubicBezTo>
                <a:lnTo>
                  <a:pt x="82441" y="88900"/>
                </a:lnTo>
                <a:cubicBezTo>
                  <a:pt x="90984" y="108555"/>
                  <a:pt x="110569" y="122238"/>
                  <a:pt x="133350" y="122238"/>
                </a:cubicBezTo>
                <a:cubicBezTo>
                  <a:pt x="156131" y="122238"/>
                  <a:pt x="175716" y="108555"/>
                  <a:pt x="184259" y="88900"/>
                </a:cubicBezTo>
                <a:lnTo>
                  <a:pt x="333375" y="88900"/>
                </a:lnTo>
                <a:cubicBezTo>
                  <a:pt x="345668" y="88900"/>
                  <a:pt x="355600" y="78968"/>
                  <a:pt x="355600" y="66675"/>
                </a:cubicBezTo>
                <a:cubicBezTo>
                  <a:pt x="355600" y="54382"/>
                  <a:pt x="345668" y="44450"/>
                  <a:pt x="333375" y="44450"/>
                </a:cubicBezTo>
                <a:lnTo>
                  <a:pt x="184259" y="44450"/>
                </a:lnTo>
                <a:cubicBezTo>
                  <a:pt x="175716" y="24795"/>
                  <a:pt x="156131" y="11112"/>
                  <a:pt x="133350" y="11112"/>
                </a:cubicBezTo>
                <a:cubicBezTo>
                  <a:pt x="110569" y="11112"/>
                  <a:pt x="90984" y="24795"/>
                  <a:pt x="82441" y="44450"/>
                </a:cubicBezTo>
                <a:lnTo>
                  <a:pt x="22225" y="44450"/>
                </a:lnTo>
                <a:close/>
                <a:moveTo>
                  <a:pt x="22225" y="155575"/>
                </a:moveTo>
                <a:cubicBezTo>
                  <a:pt x="9932" y="155575"/>
                  <a:pt x="0" y="165507"/>
                  <a:pt x="0" y="177800"/>
                </a:cubicBezTo>
                <a:cubicBezTo>
                  <a:pt x="0" y="190093"/>
                  <a:pt x="9932" y="200025"/>
                  <a:pt x="22225" y="200025"/>
                </a:cubicBezTo>
                <a:lnTo>
                  <a:pt x="193566" y="200025"/>
                </a:lnTo>
                <a:cubicBezTo>
                  <a:pt x="202109" y="219680"/>
                  <a:pt x="221694" y="233363"/>
                  <a:pt x="244475" y="233363"/>
                </a:cubicBezTo>
                <a:cubicBezTo>
                  <a:pt x="267256" y="233363"/>
                  <a:pt x="286841" y="219680"/>
                  <a:pt x="295384" y="200025"/>
                </a:cubicBezTo>
                <a:lnTo>
                  <a:pt x="333375" y="200025"/>
                </a:lnTo>
                <a:cubicBezTo>
                  <a:pt x="345668" y="200025"/>
                  <a:pt x="355600" y="190093"/>
                  <a:pt x="355600" y="177800"/>
                </a:cubicBezTo>
                <a:cubicBezTo>
                  <a:pt x="355600" y="165507"/>
                  <a:pt x="345668" y="155575"/>
                  <a:pt x="333375" y="155575"/>
                </a:cubicBezTo>
                <a:lnTo>
                  <a:pt x="295384" y="155575"/>
                </a:lnTo>
                <a:cubicBezTo>
                  <a:pt x="286841" y="135920"/>
                  <a:pt x="267256" y="122238"/>
                  <a:pt x="244475" y="122238"/>
                </a:cubicBezTo>
                <a:cubicBezTo>
                  <a:pt x="221694" y="122238"/>
                  <a:pt x="202109" y="135920"/>
                  <a:pt x="193566" y="155575"/>
                </a:cubicBezTo>
                <a:lnTo>
                  <a:pt x="22225" y="155575"/>
                </a:lnTo>
                <a:close/>
                <a:moveTo>
                  <a:pt x="22225" y="266700"/>
                </a:moveTo>
                <a:cubicBezTo>
                  <a:pt x="9932" y="266700"/>
                  <a:pt x="0" y="276632"/>
                  <a:pt x="0" y="288925"/>
                </a:cubicBezTo>
                <a:cubicBezTo>
                  <a:pt x="0" y="301218"/>
                  <a:pt x="9932" y="311150"/>
                  <a:pt x="22225" y="311150"/>
                </a:cubicBezTo>
                <a:lnTo>
                  <a:pt x="60216" y="311150"/>
                </a:lnTo>
                <a:cubicBezTo>
                  <a:pt x="68759" y="330805"/>
                  <a:pt x="88344" y="344488"/>
                  <a:pt x="111125" y="344488"/>
                </a:cubicBezTo>
                <a:cubicBezTo>
                  <a:pt x="133906" y="344488"/>
                  <a:pt x="153491" y="330805"/>
                  <a:pt x="162034" y="311150"/>
                </a:cubicBezTo>
                <a:lnTo>
                  <a:pt x="333375" y="311150"/>
                </a:lnTo>
                <a:cubicBezTo>
                  <a:pt x="345668" y="311150"/>
                  <a:pt x="355600" y="301218"/>
                  <a:pt x="355600" y="288925"/>
                </a:cubicBezTo>
                <a:cubicBezTo>
                  <a:pt x="355600" y="276632"/>
                  <a:pt x="345668" y="266700"/>
                  <a:pt x="333375" y="266700"/>
                </a:cubicBezTo>
                <a:lnTo>
                  <a:pt x="162034" y="266700"/>
                </a:lnTo>
                <a:cubicBezTo>
                  <a:pt x="153491" y="247045"/>
                  <a:pt x="133906" y="233363"/>
                  <a:pt x="111125" y="233363"/>
                </a:cubicBezTo>
                <a:cubicBezTo>
                  <a:pt x="88344" y="233363"/>
                  <a:pt x="68759" y="247045"/>
                  <a:pt x="60216" y="266700"/>
                </a:cubicBezTo>
                <a:lnTo>
                  <a:pt x="22225" y="26670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8432800" y="1549400"/>
            <a:ext cx="304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62B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Customized Solutions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32800" y="18796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Tailored to your unique business needs and growth objectives.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938000" y="914400"/>
            <a:ext cx="3505200" cy="18796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1" name="Shape 19"/>
          <p:cNvSpPr/>
          <p:nvPr/>
        </p:nvSpPr>
        <p:spPr>
          <a:xfrm>
            <a:off x="11938000" y="914400"/>
            <a:ext cx="3505200" cy="381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2" name="Shape 20"/>
          <p:cNvSpPr/>
          <p:nvPr/>
        </p:nvSpPr>
        <p:spPr>
          <a:xfrm>
            <a:off x="12141200" y="1117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22238" y="16669"/>
                </a:moveTo>
                <a:cubicBezTo>
                  <a:pt x="122238" y="7431"/>
                  <a:pt x="114806" y="0"/>
                  <a:pt x="105569" y="0"/>
                </a:cubicBezTo>
                <a:cubicBezTo>
                  <a:pt x="96331" y="0"/>
                  <a:pt x="88900" y="7431"/>
                  <a:pt x="88900" y="16669"/>
                </a:cubicBezTo>
                <a:lnTo>
                  <a:pt x="88900" y="44450"/>
                </a:lnTo>
                <a:cubicBezTo>
                  <a:pt x="64383" y="44450"/>
                  <a:pt x="44450" y="64383"/>
                  <a:pt x="44450" y="88900"/>
                </a:cubicBezTo>
                <a:lnTo>
                  <a:pt x="16669" y="88900"/>
                </a:lnTo>
                <a:cubicBezTo>
                  <a:pt x="7431" y="88900"/>
                  <a:pt x="0" y="96331"/>
                  <a:pt x="0" y="105569"/>
                </a:cubicBezTo>
                <a:cubicBezTo>
                  <a:pt x="0" y="114806"/>
                  <a:pt x="7431" y="122238"/>
                  <a:pt x="16669" y="122238"/>
                </a:cubicBezTo>
                <a:lnTo>
                  <a:pt x="44450" y="122238"/>
                </a:lnTo>
                <a:lnTo>
                  <a:pt x="44450" y="161131"/>
                </a:lnTo>
                <a:lnTo>
                  <a:pt x="16669" y="161131"/>
                </a:lnTo>
                <a:cubicBezTo>
                  <a:pt x="7431" y="161131"/>
                  <a:pt x="0" y="168563"/>
                  <a:pt x="0" y="177800"/>
                </a:cubicBezTo>
                <a:cubicBezTo>
                  <a:pt x="0" y="187037"/>
                  <a:pt x="7431" y="194469"/>
                  <a:pt x="16669" y="194469"/>
                </a:cubicBezTo>
                <a:lnTo>
                  <a:pt x="44450" y="194469"/>
                </a:lnTo>
                <a:lnTo>
                  <a:pt x="44450" y="233363"/>
                </a:lnTo>
                <a:lnTo>
                  <a:pt x="16669" y="233363"/>
                </a:lnTo>
                <a:cubicBezTo>
                  <a:pt x="7431" y="233363"/>
                  <a:pt x="0" y="240794"/>
                  <a:pt x="0" y="250031"/>
                </a:cubicBezTo>
                <a:cubicBezTo>
                  <a:pt x="0" y="259269"/>
                  <a:pt x="7431" y="266700"/>
                  <a:pt x="16669" y="266700"/>
                </a:cubicBezTo>
                <a:lnTo>
                  <a:pt x="44450" y="266700"/>
                </a:lnTo>
                <a:cubicBezTo>
                  <a:pt x="44450" y="291217"/>
                  <a:pt x="64383" y="311150"/>
                  <a:pt x="88900" y="311150"/>
                </a:cubicBezTo>
                <a:lnTo>
                  <a:pt x="88900" y="338931"/>
                </a:lnTo>
                <a:cubicBezTo>
                  <a:pt x="88900" y="348169"/>
                  <a:pt x="96331" y="355600"/>
                  <a:pt x="105569" y="355600"/>
                </a:cubicBezTo>
                <a:cubicBezTo>
                  <a:pt x="114806" y="355600"/>
                  <a:pt x="122238" y="348169"/>
                  <a:pt x="122238" y="338931"/>
                </a:cubicBezTo>
                <a:lnTo>
                  <a:pt x="122238" y="311150"/>
                </a:lnTo>
                <a:lnTo>
                  <a:pt x="161131" y="311150"/>
                </a:lnTo>
                <a:lnTo>
                  <a:pt x="161131" y="338931"/>
                </a:lnTo>
                <a:cubicBezTo>
                  <a:pt x="161131" y="348169"/>
                  <a:pt x="168563" y="355600"/>
                  <a:pt x="177800" y="355600"/>
                </a:cubicBezTo>
                <a:cubicBezTo>
                  <a:pt x="187037" y="355600"/>
                  <a:pt x="194469" y="348169"/>
                  <a:pt x="194469" y="338931"/>
                </a:cubicBezTo>
                <a:lnTo>
                  <a:pt x="194469" y="311150"/>
                </a:lnTo>
                <a:lnTo>
                  <a:pt x="233363" y="311150"/>
                </a:lnTo>
                <a:lnTo>
                  <a:pt x="233363" y="338931"/>
                </a:lnTo>
                <a:cubicBezTo>
                  <a:pt x="233363" y="348169"/>
                  <a:pt x="240794" y="355600"/>
                  <a:pt x="250031" y="355600"/>
                </a:cubicBezTo>
                <a:cubicBezTo>
                  <a:pt x="259269" y="355600"/>
                  <a:pt x="266700" y="348169"/>
                  <a:pt x="266700" y="338931"/>
                </a:cubicBezTo>
                <a:lnTo>
                  <a:pt x="266700" y="311150"/>
                </a:lnTo>
                <a:cubicBezTo>
                  <a:pt x="291217" y="311150"/>
                  <a:pt x="311150" y="291217"/>
                  <a:pt x="311150" y="266700"/>
                </a:cubicBezTo>
                <a:lnTo>
                  <a:pt x="338931" y="266700"/>
                </a:lnTo>
                <a:cubicBezTo>
                  <a:pt x="348169" y="266700"/>
                  <a:pt x="355600" y="259269"/>
                  <a:pt x="355600" y="250031"/>
                </a:cubicBezTo>
                <a:cubicBezTo>
                  <a:pt x="355600" y="240794"/>
                  <a:pt x="348169" y="233363"/>
                  <a:pt x="338931" y="233363"/>
                </a:cubicBezTo>
                <a:lnTo>
                  <a:pt x="311150" y="233363"/>
                </a:lnTo>
                <a:lnTo>
                  <a:pt x="311150" y="194469"/>
                </a:lnTo>
                <a:lnTo>
                  <a:pt x="338931" y="194469"/>
                </a:lnTo>
                <a:cubicBezTo>
                  <a:pt x="348169" y="194469"/>
                  <a:pt x="355600" y="187037"/>
                  <a:pt x="355600" y="177800"/>
                </a:cubicBezTo>
                <a:cubicBezTo>
                  <a:pt x="355600" y="168563"/>
                  <a:pt x="348169" y="161131"/>
                  <a:pt x="338931" y="161131"/>
                </a:cubicBezTo>
                <a:lnTo>
                  <a:pt x="311150" y="161131"/>
                </a:lnTo>
                <a:lnTo>
                  <a:pt x="311150" y="122238"/>
                </a:lnTo>
                <a:lnTo>
                  <a:pt x="338931" y="122238"/>
                </a:lnTo>
                <a:cubicBezTo>
                  <a:pt x="348169" y="122238"/>
                  <a:pt x="355600" y="114806"/>
                  <a:pt x="355600" y="105569"/>
                </a:cubicBezTo>
                <a:cubicBezTo>
                  <a:pt x="355600" y="96331"/>
                  <a:pt x="348169" y="88900"/>
                  <a:pt x="338931" y="88900"/>
                </a:cubicBezTo>
                <a:lnTo>
                  <a:pt x="311150" y="88900"/>
                </a:lnTo>
                <a:cubicBezTo>
                  <a:pt x="311150" y="64383"/>
                  <a:pt x="291217" y="44450"/>
                  <a:pt x="266700" y="44450"/>
                </a:cubicBezTo>
                <a:lnTo>
                  <a:pt x="266700" y="16669"/>
                </a:lnTo>
                <a:cubicBezTo>
                  <a:pt x="266700" y="7431"/>
                  <a:pt x="259269" y="0"/>
                  <a:pt x="250031" y="0"/>
                </a:cubicBezTo>
                <a:cubicBezTo>
                  <a:pt x="240794" y="0"/>
                  <a:pt x="233363" y="7431"/>
                  <a:pt x="233363" y="16669"/>
                </a:cubicBezTo>
                <a:lnTo>
                  <a:pt x="233363" y="44450"/>
                </a:lnTo>
                <a:lnTo>
                  <a:pt x="194469" y="44450"/>
                </a:lnTo>
                <a:lnTo>
                  <a:pt x="194469" y="16669"/>
                </a:lnTo>
                <a:cubicBezTo>
                  <a:pt x="194469" y="7431"/>
                  <a:pt x="187037" y="0"/>
                  <a:pt x="177800" y="0"/>
                </a:cubicBezTo>
                <a:cubicBezTo>
                  <a:pt x="168563" y="0"/>
                  <a:pt x="161131" y="7431"/>
                  <a:pt x="161131" y="16669"/>
                </a:cubicBezTo>
                <a:lnTo>
                  <a:pt x="161131" y="44450"/>
                </a:lnTo>
                <a:lnTo>
                  <a:pt x="122238" y="44450"/>
                </a:lnTo>
                <a:lnTo>
                  <a:pt x="122238" y="16669"/>
                </a:lnTo>
                <a:close/>
                <a:moveTo>
                  <a:pt x="111125" y="88900"/>
                </a:moveTo>
                <a:lnTo>
                  <a:pt x="244475" y="88900"/>
                </a:lnTo>
                <a:cubicBezTo>
                  <a:pt x="256768" y="88900"/>
                  <a:pt x="266700" y="98832"/>
                  <a:pt x="266700" y="111125"/>
                </a:cubicBezTo>
                <a:lnTo>
                  <a:pt x="266700" y="244475"/>
                </a:lnTo>
                <a:cubicBezTo>
                  <a:pt x="266700" y="256768"/>
                  <a:pt x="256768" y="266700"/>
                  <a:pt x="244475" y="266700"/>
                </a:cubicBezTo>
                <a:lnTo>
                  <a:pt x="111125" y="266700"/>
                </a:lnTo>
                <a:cubicBezTo>
                  <a:pt x="98832" y="266700"/>
                  <a:pt x="88900" y="256768"/>
                  <a:pt x="88900" y="244475"/>
                </a:cubicBezTo>
                <a:lnTo>
                  <a:pt x="88900" y="111125"/>
                </a:lnTo>
                <a:cubicBezTo>
                  <a:pt x="88900" y="98832"/>
                  <a:pt x="98832" y="88900"/>
                  <a:pt x="111125" y="88900"/>
                </a:cubicBezTo>
                <a:close/>
                <a:moveTo>
                  <a:pt x="122238" y="122238"/>
                </a:moveTo>
                <a:lnTo>
                  <a:pt x="122238" y="233363"/>
                </a:lnTo>
                <a:lnTo>
                  <a:pt x="233363" y="233363"/>
                </a:lnTo>
                <a:lnTo>
                  <a:pt x="233363" y="122238"/>
                </a:lnTo>
                <a:lnTo>
                  <a:pt x="122238" y="122238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12141200" y="1549400"/>
            <a:ext cx="30988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62B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Modern Tech Stack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141200" y="1879600"/>
            <a:ext cx="3098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Latest frameworks and tools for optimal performance.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12800" y="3048000"/>
            <a:ext cx="3454400" cy="18796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6" name="Shape 24"/>
          <p:cNvSpPr/>
          <p:nvPr/>
        </p:nvSpPr>
        <p:spPr>
          <a:xfrm>
            <a:off x="812800" y="3048000"/>
            <a:ext cx="3454400" cy="381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7" name="Shape 25"/>
          <p:cNvSpPr/>
          <p:nvPr/>
        </p:nvSpPr>
        <p:spPr>
          <a:xfrm>
            <a:off x="1038225" y="32512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35307" y="-6876"/>
                </a:moveTo>
                <a:cubicBezTo>
                  <a:pt x="243572" y="-903"/>
                  <a:pt x="246628" y="9932"/>
                  <a:pt x="242878" y="19377"/>
                </a:cubicBezTo>
                <a:lnTo>
                  <a:pt x="188426" y="155575"/>
                </a:lnTo>
                <a:lnTo>
                  <a:pt x="288925" y="155575"/>
                </a:lnTo>
                <a:cubicBezTo>
                  <a:pt x="298301" y="155575"/>
                  <a:pt x="306636" y="161409"/>
                  <a:pt x="309830" y="170230"/>
                </a:cubicBezTo>
                <a:cubicBezTo>
                  <a:pt x="313025" y="179050"/>
                  <a:pt x="310317" y="188913"/>
                  <a:pt x="303163" y="194885"/>
                </a:cubicBezTo>
                <a:lnTo>
                  <a:pt x="103138" y="361573"/>
                </a:lnTo>
                <a:cubicBezTo>
                  <a:pt x="95290" y="368102"/>
                  <a:pt x="84108" y="368449"/>
                  <a:pt x="75843" y="362476"/>
                </a:cubicBezTo>
                <a:cubicBezTo>
                  <a:pt x="67578" y="356503"/>
                  <a:pt x="64522" y="345668"/>
                  <a:pt x="68272" y="336223"/>
                </a:cubicBezTo>
                <a:lnTo>
                  <a:pt x="122724" y="200025"/>
                </a:lnTo>
                <a:lnTo>
                  <a:pt x="22225" y="200025"/>
                </a:lnTo>
                <a:cubicBezTo>
                  <a:pt x="12849" y="200025"/>
                  <a:pt x="4514" y="194191"/>
                  <a:pt x="1320" y="185370"/>
                </a:cubicBezTo>
                <a:cubicBezTo>
                  <a:pt x="-1875" y="176550"/>
                  <a:pt x="833" y="166688"/>
                  <a:pt x="7987" y="160715"/>
                </a:cubicBezTo>
                <a:lnTo>
                  <a:pt x="208012" y="-5973"/>
                </a:lnTo>
                <a:cubicBezTo>
                  <a:pt x="215860" y="-12502"/>
                  <a:pt x="227042" y="-12849"/>
                  <a:pt x="235307" y="-6876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1016000" y="3683000"/>
            <a:ext cx="304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62B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 Delivery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16000" y="40132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Agile methodology for rapid deployment and iteration.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521200" y="3048000"/>
            <a:ext cx="3454400" cy="18796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1" name="Shape 29"/>
          <p:cNvSpPr/>
          <p:nvPr/>
        </p:nvSpPr>
        <p:spPr>
          <a:xfrm>
            <a:off x="4521200" y="3048000"/>
            <a:ext cx="3454400" cy="381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2" name="Shape 30"/>
          <p:cNvSpPr/>
          <p:nvPr/>
        </p:nvSpPr>
        <p:spPr>
          <a:xfrm>
            <a:off x="4724400" y="32512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44450"/>
                </a:moveTo>
                <a:cubicBezTo>
                  <a:pt x="44450" y="32157"/>
                  <a:pt x="34518" y="22225"/>
                  <a:pt x="22225" y="22225"/>
                </a:cubicBezTo>
                <a:cubicBezTo>
                  <a:pt x="9932" y="22225"/>
                  <a:pt x="0" y="32157"/>
                  <a:pt x="0" y="44450"/>
                </a:cubicBezTo>
                <a:lnTo>
                  <a:pt x="0" y="277813"/>
                </a:lnTo>
                <a:cubicBezTo>
                  <a:pt x="0" y="308511"/>
                  <a:pt x="24864" y="333375"/>
                  <a:pt x="55563" y="333375"/>
                </a:cubicBezTo>
                <a:lnTo>
                  <a:pt x="333375" y="333375"/>
                </a:lnTo>
                <a:cubicBezTo>
                  <a:pt x="345668" y="333375"/>
                  <a:pt x="355600" y="323443"/>
                  <a:pt x="355600" y="311150"/>
                </a:cubicBezTo>
                <a:cubicBezTo>
                  <a:pt x="355600" y="298857"/>
                  <a:pt x="345668" y="288925"/>
                  <a:pt x="333375" y="288925"/>
                </a:cubicBezTo>
                <a:lnTo>
                  <a:pt x="55563" y="288925"/>
                </a:lnTo>
                <a:cubicBezTo>
                  <a:pt x="49451" y="288925"/>
                  <a:pt x="44450" y="283924"/>
                  <a:pt x="44450" y="277813"/>
                </a:cubicBezTo>
                <a:lnTo>
                  <a:pt x="44450" y="44450"/>
                </a:lnTo>
                <a:close/>
                <a:moveTo>
                  <a:pt x="326846" y="104596"/>
                </a:moveTo>
                <a:cubicBezTo>
                  <a:pt x="335528" y="95915"/>
                  <a:pt x="335528" y="81816"/>
                  <a:pt x="326846" y="73134"/>
                </a:cubicBezTo>
                <a:cubicBezTo>
                  <a:pt x="318165" y="64453"/>
                  <a:pt x="304066" y="64453"/>
                  <a:pt x="295384" y="73134"/>
                </a:cubicBezTo>
                <a:lnTo>
                  <a:pt x="222250" y="146338"/>
                </a:lnTo>
                <a:lnTo>
                  <a:pt x="182384" y="106541"/>
                </a:lnTo>
                <a:cubicBezTo>
                  <a:pt x="173702" y="97859"/>
                  <a:pt x="159603" y="97859"/>
                  <a:pt x="150922" y="106541"/>
                </a:cubicBezTo>
                <a:lnTo>
                  <a:pt x="84247" y="173216"/>
                </a:lnTo>
                <a:cubicBezTo>
                  <a:pt x="75565" y="181898"/>
                  <a:pt x="75565" y="195997"/>
                  <a:pt x="84247" y="204678"/>
                </a:cubicBezTo>
                <a:cubicBezTo>
                  <a:pt x="92928" y="213360"/>
                  <a:pt x="107027" y="213360"/>
                  <a:pt x="115709" y="204678"/>
                </a:cubicBezTo>
                <a:lnTo>
                  <a:pt x="166688" y="153700"/>
                </a:lnTo>
                <a:lnTo>
                  <a:pt x="206554" y="193566"/>
                </a:lnTo>
                <a:cubicBezTo>
                  <a:pt x="215235" y="202248"/>
                  <a:pt x="229334" y="202248"/>
                  <a:pt x="238016" y="193566"/>
                </a:cubicBezTo>
                <a:lnTo>
                  <a:pt x="326916" y="104666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3" name="Text 31"/>
          <p:cNvSpPr/>
          <p:nvPr/>
        </p:nvSpPr>
        <p:spPr>
          <a:xfrm>
            <a:off x="4724400" y="3683000"/>
            <a:ext cx="304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62B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Scalable Solutions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724400" y="40132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 to grow with your business at every stage.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229600" y="3048000"/>
            <a:ext cx="3454400" cy="18796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6" name="Shape 34"/>
          <p:cNvSpPr/>
          <p:nvPr/>
        </p:nvSpPr>
        <p:spPr>
          <a:xfrm>
            <a:off x="8229600" y="3048000"/>
            <a:ext cx="3454400" cy="381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7" name="Shape 35"/>
          <p:cNvSpPr/>
          <p:nvPr/>
        </p:nvSpPr>
        <p:spPr>
          <a:xfrm>
            <a:off x="8432800" y="32512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67382" y="60494"/>
                </a:moveTo>
                <a:lnTo>
                  <a:pt x="177800" y="74870"/>
                </a:lnTo>
                <a:lnTo>
                  <a:pt x="188218" y="60494"/>
                </a:lnTo>
                <a:cubicBezTo>
                  <a:pt x="205581" y="36463"/>
                  <a:pt x="233501" y="22225"/>
                  <a:pt x="263158" y="22225"/>
                </a:cubicBezTo>
                <a:cubicBezTo>
                  <a:pt x="314206" y="22225"/>
                  <a:pt x="355600" y="63619"/>
                  <a:pt x="355600" y="114667"/>
                </a:cubicBezTo>
                <a:lnTo>
                  <a:pt x="355600" y="116473"/>
                </a:lnTo>
                <a:cubicBezTo>
                  <a:pt x="355600" y="194399"/>
                  <a:pt x="258435" y="284897"/>
                  <a:pt x="207734" y="323582"/>
                </a:cubicBezTo>
                <a:cubicBezTo>
                  <a:pt x="199122" y="330111"/>
                  <a:pt x="188565" y="333375"/>
                  <a:pt x="177800" y="333375"/>
                </a:cubicBezTo>
                <a:cubicBezTo>
                  <a:pt x="167035" y="333375"/>
                  <a:pt x="156408" y="330180"/>
                  <a:pt x="147866" y="323582"/>
                </a:cubicBezTo>
                <a:cubicBezTo>
                  <a:pt x="97165" y="284897"/>
                  <a:pt x="0" y="194399"/>
                  <a:pt x="0" y="116473"/>
                </a:cubicBezTo>
                <a:lnTo>
                  <a:pt x="0" y="114667"/>
                </a:lnTo>
                <a:cubicBezTo>
                  <a:pt x="0" y="63619"/>
                  <a:pt x="41394" y="22225"/>
                  <a:pt x="92442" y="22225"/>
                </a:cubicBezTo>
                <a:cubicBezTo>
                  <a:pt x="122099" y="22225"/>
                  <a:pt x="150019" y="36463"/>
                  <a:pt x="167382" y="6049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8" name="Text 36"/>
          <p:cNvSpPr/>
          <p:nvPr/>
        </p:nvSpPr>
        <p:spPr>
          <a:xfrm>
            <a:off x="8432800" y="3683000"/>
            <a:ext cx="304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62B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Customer-Centric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432800" y="40132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Your success is our priority. We measure by results.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1938000" y="3048000"/>
            <a:ext cx="3505200" cy="18796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41" name="Shape 39"/>
          <p:cNvSpPr/>
          <p:nvPr/>
        </p:nvSpPr>
        <p:spPr>
          <a:xfrm>
            <a:off x="11938000" y="3048000"/>
            <a:ext cx="3505200" cy="381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2" name="Shape 40"/>
          <p:cNvSpPr/>
          <p:nvPr/>
        </p:nvSpPr>
        <p:spPr>
          <a:xfrm>
            <a:off x="12163425" y="32512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155575" y="44450"/>
                </a:moveTo>
                <a:cubicBezTo>
                  <a:pt x="100707" y="44450"/>
                  <a:pt x="55076" y="84247"/>
                  <a:pt x="46047" y="136614"/>
                </a:cubicBezTo>
                <a:cubicBezTo>
                  <a:pt x="52507" y="134531"/>
                  <a:pt x="59452" y="133350"/>
                  <a:pt x="66675" y="133350"/>
                </a:cubicBezTo>
                <a:lnTo>
                  <a:pt x="77788" y="133350"/>
                </a:lnTo>
                <a:cubicBezTo>
                  <a:pt x="96193" y="133350"/>
                  <a:pt x="111125" y="148282"/>
                  <a:pt x="111125" y="166688"/>
                </a:cubicBezTo>
                <a:lnTo>
                  <a:pt x="111125" y="233363"/>
                </a:lnTo>
                <a:cubicBezTo>
                  <a:pt x="111125" y="251768"/>
                  <a:pt x="96193" y="266700"/>
                  <a:pt x="77788" y="266700"/>
                </a:cubicBezTo>
                <a:lnTo>
                  <a:pt x="66675" y="266700"/>
                </a:lnTo>
                <a:cubicBezTo>
                  <a:pt x="29865" y="266700"/>
                  <a:pt x="0" y="236835"/>
                  <a:pt x="0" y="200025"/>
                </a:cubicBezTo>
                <a:lnTo>
                  <a:pt x="0" y="155575"/>
                </a:lnTo>
                <a:cubicBezTo>
                  <a:pt x="0" y="69661"/>
                  <a:pt x="69661" y="0"/>
                  <a:pt x="155575" y="0"/>
                </a:cubicBezTo>
                <a:cubicBezTo>
                  <a:pt x="241489" y="0"/>
                  <a:pt x="311150" y="69661"/>
                  <a:pt x="311150" y="155575"/>
                </a:cubicBezTo>
                <a:lnTo>
                  <a:pt x="311150" y="272326"/>
                </a:lnTo>
                <a:cubicBezTo>
                  <a:pt x="311150" y="318373"/>
                  <a:pt x="273784" y="355669"/>
                  <a:pt x="227737" y="355669"/>
                </a:cubicBezTo>
                <a:lnTo>
                  <a:pt x="166688" y="355600"/>
                </a:lnTo>
                <a:lnTo>
                  <a:pt x="144462" y="355600"/>
                </a:lnTo>
                <a:cubicBezTo>
                  <a:pt x="126057" y="355600"/>
                  <a:pt x="111125" y="340668"/>
                  <a:pt x="111125" y="322263"/>
                </a:cubicBezTo>
                <a:cubicBezTo>
                  <a:pt x="111125" y="303857"/>
                  <a:pt x="126057" y="288925"/>
                  <a:pt x="144462" y="288925"/>
                </a:cubicBezTo>
                <a:lnTo>
                  <a:pt x="166688" y="288925"/>
                </a:lnTo>
                <a:cubicBezTo>
                  <a:pt x="185093" y="288925"/>
                  <a:pt x="200025" y="303857"/>
                  <a:pt x="200025" y="322263"/>
                </a:cubicBezTo>
                <a:lnTo>
                  <a:pt x="200025" y="322263"/>
                </a:lnTo>
                <a:lnTo>
                  <a:pt x="227806" y="322263"/>
                </a:lnTo>
                <a:cubicBezTo>
                  <a:pt x="255449" y="322263"/>
                  <a:pt x="277813" y="299899"/>
                  <a:pt x="277813" y="272256"/>
                </a:cubicBezTo>
                <a:lnTo>
                  <a:pt x="277813" y="257741"/>
                </a:lnTo>
                <a:cubicBezTo>
                  <a:pt x="268020" y="263436"/>
                  <a:pt x="256629" y="266631"/>
                  <a:pt x="244475" y="266631"/>
                </a:cubicBezTo>
                <a:lnTo>
                  <a:pt x="233363" y="266631"/>
                </a:lnTo>
                <a:cubicBezTo>
                  <a:pt x="214957" y="266631"/>
                  <a:pt x="200025" y="251698"/>
                  <a:pt x="200025" y="233293"/>
                </a:cubicBezTo>
                <a:lnTo>
                  <a:pt x="200025" y="166618"/>
                </a:lnTo>
                <a:cubicBezTo>
                  <a:pt x="200025" y="148213"/>
                  <a:pt x="214957" y="133281"/>
                  <a:pt x="233363" y="133281"/>
                </a:cubicBezTo>
                <a:lnTo>
                  <a:pt x="244475" y="133281"/>
                </a:lnTo>
                <a:cubicBezTo>
                  <a:pt x="251698" y="133281"/>
                  <a:pt x="258574" y="134392"/>
                  <a:pt x="265103" y="136545"/>
                </a:cubicBezTo>
                <a:cubicBezTo>
                  <a:pt x="256074" y="84247"/>
                  <a:pt x="210512" y="44381"/>
                  <a:pt x="155575" y="44381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43" name="Text 41"/>
          <p:cNvSpPr/>
          <p:nvPr/>
        </p:nvSpPr>
        <p:spPr>
          <a:xfrm>
            <a:off x="12141200" y="3683000"/>
            <a:ext cx="30988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62B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End-to-End Support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2141200" y="4013200"/>
            <a:ext cx="3098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concept to post-launch maintenance and beyond.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12800" y="5207000"/>
            <a:ext cx="14630400" cy="1270000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46" name="Text 44"/>
          <p:cNvSpPr/>
          <p:nvPr/>
        </p:nvSpPr>
        <p:spPr>
          <a:xfrm>
            <a:off x="1066800" y="53848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Ready to transform your business?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66800" y="5816600"/>
            <a:ext cx="889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Partner with ZapInnovative and experience the difference of working with industry leaders.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12800" y="8636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ZapInnovative — Why Choose Us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60400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127000"/>
            <a:ext cx="13335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Proven 7-Step Process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113000" y="127000"/>
            <a:ext cx="76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5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2540000"/>
            <a:ext cx="14224000" cy="0"/>
          </a:xfrm>
          <a:prstGeom prst="straightConnector1">
            <a:avLst/>
          </a:prstGeom>
          <a:noFill/>
          <a:ln w="38100">
            <a:solidFill>
              <a:srgbClr val="0A0E27"/>
            </a:solidFill>
            <a:prstDash val="solid"/>
            <a:headEnd type="none"/>
            <a:tailEnd type="arrow"/>
          </a:ln>
        </p:spPr>
      </p:sp>
      <p:sp>
        <p:nvSpPr>
          <p:cNvPr id="6" name="Shape 4"/>
          <p:cNvSpPr/>
          <p:nvPr/>
        </p:nvSpPr>
        <p:spPr>
          <a:xfrm>
            <a:off x="1371600" y="2438400"/>
            <a:ext cx="203200" cy="203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2133600"/>
            <a:ext cx="9652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03600" y="2438400"/>
            <a:ext cx="203200" cy="203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3022600" y="2133600"/>
            <a:ext cx="9652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35600" y="2438400"/>
            <a:ext cx="203200" cy="203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5054600" y="2133600"/>
            <a:ext cx="9652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467600" y="2438400"/>
            <a:ext cx="203200" cy="203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7086600" y="2133600"/>
            <a:ext cx="9652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499600" y="2438400"/>
            <a:ext cx="203200" cy="203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9118600" y="2133600"/>
            <a:ext cx="9652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531600" y="2438400"/>
            <a:ext cx="203200" cy="203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1150600" y="2133600"/>
            <a:ext cx="9652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3563600" y="2438400"/>
            <a:ext cx="203200" cy="203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13182600" y="2133600"/>
            <a:ext cx="9652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12800" y="3048000"/>
            <a:ext cx="1879600" cy="25400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1" name="Text 19"/>
          <p:cNvSpPr/>
          <p:nvPr/>
        </p:nvSpPr>
        <p:spPr>
          <a:xfrm>
            <a:off x="965200" y="3175000"/>
            <a:ext cx="1574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Discovery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5200" y="3556000"/>
            <a:ext cx="15748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 your goals, audience, and requirements through in-depth research and analysis.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844800" y="3048000"/>
            <a:ext cx="1879600" cy="25400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4" name="Text 22"/>
          <p:cNvSpPr/>
          <p:nvPr/>
        </p:nvSpPr>
        <p:spPr>
          <a:xfrm>
            <a:off x="2997200" y="3175000"/>
            <a:ext cx="1574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997200" y="3556000"/>
            <a:ext cx="15748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Define roadmap, tech stack, and milestones aligned with business goals.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876800" y="3048000"/>
            <a:ext cx="1879600" cy="25400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3175000"/>
            <a:ext cx="1574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29200" y="3556000"/>
            <a:ext cx="15748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stunning UI/UX with wireframes, prototypes, and visual design systems.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908800" y="3048000"/>
            <a:ext cx="1879600" cy="25400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0" name="Text 28"/>
          <p:cNvSpPr/>
          <p:nvPr/>
        </p:nvSpPr>
        <p:spPr>
          <a:xfrm>
            <a:off x="7061200" y="3175000"/>
            <a:ext cx="1574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Development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061200" y="3556000"/>
            <a:ext cx="15748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with clean code, modern frameworks, and agile sprints for rapid progress.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940800" y="3048000"/>
            <a:ext cx="1879600" cy="25400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3" name="Text 31"/>
          <p:cNvSpPr/>
          <p:nvPr/>
        </p:nvSpPr>
        <p:spPr>
          <a:xfrm>
            <a:off x="9093200" y="3175000"/>
            <a:ext cx="1574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Testing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093200" y="3556000"/>
            <a:ext cx="15748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Rigorous QA, performance testing, and cross-platform compatibility checks.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0972800" y="3048000"/>
            <a:ext cx="1879600" cy="25400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6" name="Text 34"/>
          <p:cNvSpPr/>
          <p:nvPr/>
        </p:nvSpPr>
        <p:spPr>
          <a:xfrm>
            <a:off x="11125200" y="3175000"/>
            <a:ext cx="1574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Launch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125200" y="3556000"/>
            <a:ext cx="15748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Seamless deployment with monitoring, analytics setup, and go-live support.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3004800" y="3048000"/>
            <a:ext cx="2438400" cy="25400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9" name="Text 37"/>
          <p:cNvSpPr/>
          <p:nvPr/>
        </p:nvSpPr>
        <p:spPr>
          <a:xfrm>
            <a:off x="13157200" y="3175000"/>
            <a:ext cx="21336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Support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3157200" y="3556000"/>
            <a:ext cx="21336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Ongoing maintenance, updates, and optimization to ensure long-term success.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12800" y="5892800"/>
            <a:ext cx="14630400" cy="1016000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42" name="Text 40"/>
          <p:cNvSpPr/>
          <p:nvPr/>
        </p:nvSpPr>
        <p:spPr>
          <a:xfrm>
            <a:off x="1066800" y="60452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Agile. Transparent. Results-Driven.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066800" y="64516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Weekly sprints · Real-time updates · Direct communication · Zero surprises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4478000" y="6096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73524" y="285869"/>
                </a:moveTo>
                <a:cubicBezTo>
                  <a:pt x="552569" y="284440"/>
                  <a:pt x="534353" y="300157"/>
                  <a:pt x="532805" y="321231"/>
                </a:cubicBezTo>
                <a:cubicBezTo>
                  <a:pt x="528876" y="377190"/>
                  <a:pt x="504706" y="427673"/>
                  <a:pt x="467558" y="465296"/>
                </a:cubicBezTo>
                <a:lnTo>
                  <a:pt x="429816" y="427434"/>
                </a:lnTo>
                <a:cubicBezTo>
                  <a:pt x="421600" y="419219"/>
                  <a:pt x="409337" y="416838"/>
                  <a:pt x="398621" y="421243"/>
                </a:cubicBezTo>
                <a:cubicBezTo>
                  <a:pt x="387906" y="425648"/>
                  <a:pt x="381000" y="436126"/>
                  <a:pt x="381000" y="447675"/>
                </a:cubicBezTo>
                <a:lnTo>
                  <a:pt x="381000" y="581025"/>
                </a:lnTo>
                <a:cubicBezTo>
                  <a:pt x="381000" y="596860"/>
                  <a:pt x="393740" y="609600"/>
                  <a:pt x="409575" y="609600"/>
                </a:cubicBezTo>
                <a:lnTo>
                  <a:pt x="542925" y="609600"/>
                </a:lnTo>
                <a:cubicBezTo>
                  <a:pt x="554474" y="609600"/>
                  <a:pt x="564952" y="602694"/>
                  <a:pt x="569357" y="591979"/>
                </a:cubicBezTo>
                <a:cubicBezTo>
                  <a:pt x="573762" y="581263"/>
                  <a:pt x="571381" y="569000"/>
                  <a:pt x="563166" y="560784"/>
                </a:cubicBezTo>
                <a:lnTo>
                  <a:pt x="521494" y="519112"/>
                </a:lnTo>
                <a:cubicBezTo>
                  <a:pt x="571143" y="468868"/>
                  <a:pt x="603528" y="401479"/>
                  <a:pt x="608886" y="326469"/>
                </a:cubicBezTo>
                <a:cubicBezTo>
                  <a:pt x="610314" y="305514"/>
                  <a:pt x="594598" y="287298"/>
                  <a:pt x="573524" y="285750"/>
                </a:cubicBezTo>
                <a:close/>
                <a:moveTo>
                  <a:pt x="46434" y="48816"/>
                </a:moveTo>
                <a:lnTo>
                  <a:pt x="88106" y="90488"/>
                </a:lnTo>
                <a:cubicBezTo>
                  <a:pt x="38457" y="140732"/>
                  <a:pt x="6072" y="208121"/>
                  <a:pt x="714" y="283131"/>
                </a:cubicBezTo>
                <a:cubicBezTo>
                  <a:pt x="-714" y="304086"/>
                  <a:pt x="15002" y="322302"/>
                  <a:pt x="36076" y="323850"/>
                </a:cubicBezTo>
                <a:cubicBezTo>
                  <a:pt x="57150" y="325398"/>
                  <a:pt x="75247" y="309563"/>
                  <a:pt x="76795" y="288488"/>
                </a:cubicBezTo>
                <a:cubicBezTo>
                  <a:pt x="80724" y="232529"/>
                  <a:pt x="104894" y="182047"/>
                  <a:pt x="142042" y="144423"/>
                </a:cubicBezTo>
                <a:lnTo>
                  <a:pt x="179784" y="182166"/>
                </a:lnTo>
                <a:cubicBezTo>
                  <a:pt x="188000" y="190381"/>
                  <a:pt x="200263" y="192762"/>
                  <a:pt x="210979" y="188357"/>
                </a:cubicBezTo>
                <a:cubicBezTo>
                  <a:pt x="221694" y="183952"/>
                  <a:pt x="228600" y="173474"/>
                  <a:pt x="228600" y="161925"/>
                </a:cubicBezTo>
                <a:lnTo>
                  <a:pt x="228600" y="28575"/>
                </a:lnTo>
                <a:cubicBezTo>
                  <a:pt x="228600" y="12740"/>
                  <a:pt x="215860" y="0"/>
                  <a:pt x="200025" y="0"/>
                </a:cubicBezTo>
                <a:lnTo>
                  <a:pt x="66675" y="0"/>
                </a:lnTo>
                <a:cubicBezTo>
                  <a:pt x="55126" y="0"/>
                  <a:pt x="44648" y="6906"/>
                  <a:pt x="40243" y="17621"/>
                </a:cubicBezTo>
                <a:cubicBezTo>
                  <a:pt x="35838" y="28337"/>
                  <a:pt x="38338" y="40600"/>
                  <a:pt x="46434" y="48816"/>
                </a:cubicBezTo>
                <a:close/>
                <a:moveTo>
                  <a:pt x="285750" y="36076"/>
                </a:moveTo>
                <a:cubicBezTo>
                  <a:pt x="284321" y="57031"/>
                  <a:pt x="300038" y="75248"/>
                  <a:pt x="321112" y="76795"/>
                </a:cubicBezTo>
                <a:cubicBezTo>
                  <a:pt x="377071" y="80724"/>
                  <a:pt x="427553" y="104894"/>
                  <a:pt x="465177" y="142042"/>
                </a:cubicBezTo>
                <a:lnTo>
                  <a:pt x="427434" y="179784"/>
                </a:lnTo>
                <a:cubicBezTo>
                  <a:pt x="419219" y="188000"/>
                  <a:pt x="416838" y="200263"/>
                  <a:pt x="421243" y="210979"/>
                </a:cubicBezTo>
                <a:cubicBezTo>
                  <a:pt x="425648" y="221694"/>
                  <a:pt x="436126" y="228600"/>
                  <a:pt x="447675" y="228600"/>
                </a:cubicBezTo>
                <a:lnTo>
                  <a:pt x="581025" y="228600"/>
                </a:lnTo>
                <a:cubicBezTo>
                  <a:pt x="596860" y="228600"/>
                  <a:pt x="609600" y="215860"/>
                  <a:pt x="609600" y="200025"/>
                </a:cubicBezTo>
                <a:lnTo>
                  <a:pt x="609600" y="66675"/>
                </a:lnTo>
                <a:cubicBezTo>
                  <a:pt x="609600" y="55126"/>
                  <a:pt x="602694" y="44648"/>
                  <a:pt x="591979" y="40243"/>
                </a:cubicBezTo>
                <a:cubicBezTo>
                  <a:pt x="581263" y="35838"/>
                  <a:pt x="569000" y="38338"/>
                  <a:pt x="560784" y="46434"/>
                </a:cubicBezTo>
                <a:lnTo>
                  <a:pt x="519112" y="88106"/>
                </a:lnTo>
                <a:cubicBezTo>
                  <a:pt x="468868" y="38457"/>
                  <a:pt x="401479" y="6072"/>
                  <a:pt x="326469" y="714"/>
                </a:cubicBezTo>
                <a:cubicBezTo>
                  <a:pt x="305514" y="-714"/>
                  <a:pt x="287298" y="15002"/>
                  <a:pt x="285750" y="36076"/>
                </a:cubicBezTo>
                <a:close/>
                <a:moveTo>
                  <a:pt x="48816" y="563166"/>
                </a:moveTo>
                <a:lnTo>
                  <a:pt x="90488" y="521494"/>
                </a:lnTo>
                <a:cubicBezTo>
                  <a:pt x="140732" y="571143"/>
                  <a:pt x="208121" y="603528"/>
                  <a:pt x="283131" y="608886"/>
                </a:cubicBezTo>
                <a:cubicBezTo>
                  <a:pt x="304086" y="610314"/>
                  <a:pt x="322302" y="594598"/>
                  <a:pt x="323850" y="573524"/>
                </a:cubicBezTo>
                <a:cubicBezTo>
                  <a:pt x="325398" y="552450"/>
                  <a:pt x="309563" y="534353"/>
                  <a:pt x="288488" y="532805"/>
                </a:cubicBezTo>
                <a:cubicBezTo>
                  <a:pt x="232529" y="528876"/>
                  <a:pt x="182047" y="504706"/>
                  <a:pt x="144423" y="467558"/>
                </a:cubicBezTo>
                <a:lnTo>
                  <a:pt x="182166" y="429816"/>
                </a:lnTo>
                <a:cubicBezTo>
                  <a:pt x="190381" y="421600"/>
                  <a:pt x="192762" y="409337"/>
                  <a:pt x="188357" y="398621"/>
                </a:cubicBezTo>
                <a:cubicBezTo>
                  <a:pt x="183952" y="387906"/>
                  <a:pt x="173474" y="381000"/>
                  <a:pt x="161925" y="381000"/>
                </a:cubicBezTo>
                <a:lnTo>
                  <a:pt x="28575" y="381000"/>
                </a:lnTo>
                <a:cubicBezTo>
                  <a:pt x="12740" y="381000"/>
                  <a:pt x="0" y="393740"/>
                  <a:pt x="0" y="409575"/>
                </a:cubicBezTo>
                <a:lnTo>
                  <a:pt x="0" y="542925"/>
                </a:lnTo>
                <a:cubicBezTo>
                  <a:pt x="0" y="554474"/>
                  <a:pt x="6906" y="564952"/>
                  <a:pt x="17621" y="569357"/>
                </a:cubicBezTo>
                <a:cubicBezTo>
                  <a:pt x="28337" y="573762"/>
                  <a:pt x="40600" y="571262"/>
                  <a:pt x="48816" y="56316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5" name="Text 43"/>
          <p:cNvSpPr/>
          <p:nvPr/>
        </p:nvSpPr>
        <p:spPr>
          <a:xfrm>
            <a:off x="812800" y="8636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ZapInnovative — Our Process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600" cy="9144000"/>
          </a:xfrm>
          <a:prstGeom prst="rect">
            <a:avLst/>
          </a:prstGeom>
          <a:gradFill rotWithShape="1" flip="none">
            <a:gsLst>
              <a:gs pos="0">
                <a:srgbClr val="6366F1"/>
              </a:gs>
              <a:gs pos="100000">
                <a:srgbClr val="8B5CF6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0414000" y="1016000"/>
            <a:ext cx="5334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6000" b="1" dirty="0">
                <a:solidFill>
                  <a:srgbClr val="FFFFFF">
                    <a:alpha val="784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70000" y="3556000"/>
            <a:ext cx="9525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Industries &amp; Portfolio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270000" y="4368800"/>
            <a:ext cx="1270000" cy="0"/>
          </a:xfrm>
          <a:prstGeom prst="straightConnector1">
            <a:avLst/>
          </a:prstGeom>
          <a:noFill/>
          <a:ln w="12700">
            <a:solidFill>
              <a:srgbClr val="6366F1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1270000" y="46228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818C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Trusted across industries. Proven results that speak for themselves.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0" y="8636000"/>
            <a:ext cx="203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18C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04 / 05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60400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127000"/>
            <a:ext cx="13335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Industries We Serve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113000" y="127000"/>
            <a:ext cx="76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5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2800" y="914400"/>
            <a:ext cx="3454400" cy="17780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914400"/>
            <a:ext cx="3454400" cy="381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1143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85646"/>
                </a:moveTo>
                <a:lnTo>
                  <a:pt x="191294" y="69136"/>
                </a:lnTo>
                <a:cubicBezTo>
                  <a:pt x="171450" y="41672"/>
                  <a:pt x="139621" y="25400"/>
                  <a:pt x="105648" y="25400"/>
                </a:cubicBezTo>
                <a:cubicBezTo>
                  <a:pt x="47308" y="25400"/>
                  <a:pt x="0" y="72708"/>
                  <a:pt x="0" y="131048"/>
                </a:cubicBezTo>
                <a:lnTo>
                  <a:pt x="0" y="133112"/>
                </a:lnTo>
                <a:cubicBezTo>
                  <a:pt x="0" y="151844"/>
                  <a:pt x="4921" y="171212"/>
                  <a:pt x="13176" y="190500"/>
                </a:cubicBezTo>
                <a:lnTo>
                  <a:pt x="97314" y="190500"/>
                </a:lnTo>
                <a:cubicBezTo>
                  <a:pt x="99854" y="190500"/>
                  <a:pt x="102156" y="188992"/>
                  <a:pt x="103188" y="186611"/>
                </a:cubicBezTo>
                <a:lnTo>
                  <a:pt x="128429" y="126048"/>
                </a:lnTo>
                <a:cubicBezTo>
                  <a:pt x="131366" y="119063"/>
                  <a:pt x="138192" y="114459"/>
                  <a:pt x="145733" y="114300"/>
                </a:cubicBezTo>
                <a:cubicBezTo>
                  <a:pt x="153273" y="114141"/>
                  <a:pt x="160258" y="118586"/>
                  <a:pt x="163354" y="125492"/>
                </a:cubicBezTo>
                <a:lnTo>
                  <a:pt x="204073" y="215900"/>
                </a:lnTo>
                <a:lnTo>
                  <a:pt x="236934" y="150178"/>
                </a:lnTo>
                <a:cubicBezTo>
                  <a:pt x="240189" y="143748"/>
                  <a:pt x="246777" y="139621"/>
                  <a:pt x="254000" y="139621"/>
                </a:cubicBezTo>
                <a:cubicBezTo>
                  <a:pt x="261223" y="139621"/>
                  <a:pt x="267811" y="143669"/>
                  <a:pt x="271066" y="150178"/>
                </a:cubicBezTo>
                <a:lnTo>
                  <a:pt x="289481" y="186928"/>
                </a:lnTo>
                <a:cubicBezTo>
                  <a:pt x="290592" y="189071"/>
                  <a:pt x="292735" y="190421"/>
                  <a:pt x="295196" y="190421"/>
                </a:cubicBezTo>
                <a:lnTo>
                  <a:pt x="393303" y="190421"/>
                </a:lnTo>
                <a:cubicBezTo>
                  <a:pt x="401638" y="171133"/>
                  <a:pt x="406479" y="151765"/>
                  <a:pt x="406479" y="133033"/>
                </a:cubicBezTo>
                <a:lnTo>
                  <a:pt x="406479" y="130969"/>
                </a:lnTo>
                <a:cubicBezTo>
                  <a:pt x="406400" y="72708"/>
                  <a:pt x="359093" y="25400"/>
                  <a:pt x="300752" y="25400"/>
                </a:cubicBezTo>
                <a:cubicBezTo>
                  <a:pt x="266859" y="25400"/>
                  <a:pt x="234950" y="41672"/>
                  <a:pt x="215106" y="69136"/>
                </a:cubicBezTo>
                <a:lnTo>
                  <a:pt x="203200" y="85566"/>
                </a:lnTo>
                <a:close/>
                <a:moveTo>
                  <a:pt x="372745" y="228600"/>
                </a:moveTo>
                <a:lnTo>
                  <a:pt x="295116" y="228600"/>
                </a:lnTo>
                <a:cubicBezTo>
                  <a:pt x="278289" y="228600"/>
                  <a:pt x="262890" y="219075"/>
                  <a:pt x="255349" y="203994"/>
                </a:cubicBezTo>
                <a:lnTo>
                  <a:pt x="254000" y="201295"/>
                </a:lnTo>
                <a:lnTo>
                  <a:pt x="220266" y="268843"/>
                </a:lnTo>
                <a:cubicBezTo>
                  <a:pt x="217011" y="275431"/>
                  <a:pt x="210185" y="279559"/>
                  <a:pt x="202803" y="279400"/>
                </a:cubicBezTo>
                <a:cubicBezTo>
                  <a:pt x="195421" y="279241"/>
                  <a:pt x="188833" y="274876"/>
                  <a:pt x="185817" y="268208"/>
                </a:cubicBezTo>
                <a:lnTo>
                  <a:pt x="146685" y="181293"/>
                </a:lnTo>
                <a:lnTo>
                  <a:pt x="138351" y="201295"/>
                </a:lnTo>
                <a:cubicBezTo>
                  <a:pt x="131445" y="217884"/>
                  <a:pt x="115253" y="228679"/>
                  <a:pt x="97314" y="228679"/>
                </a:cubicBezTo>
                <a:lnTo>
                  <a:pt x="33655" y="228679"/>
                </a:lnTo>
                <a:cubicBezTo>
                  <a:pt x="71120" y="287258"/>
                  <a:pt x="131286" y="341154"/>
                  <a:pt x="168910" y="369888"/>
                </a:cubicBezTo>
                <a:cubicBezTo>
                  <a:pt x="178753" y="377349"/>
                  <a:pt x="190818" y="381079"/>
                  <a:pt x="203121" y="381079"/>
                </a:cubicBezTo>
                <a:cubicBezTo>
                  <a:pt x="215424" y="381079"/>
                  <a:pt x="227568" y="377428"/>
                  <a:pt x="237331" y="369888"/>
                </a:cubicBezTo>
                <a:cubicBezTo>
                  <a:pt x="275114" y="341074"/>
                  <a:pt x="335280" y="287179"/>
                  <a:pt x="372745" y="22860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1651000"/>
            <a:ext cx="304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62B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Healthcare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006600"/>
            <a:ext cx="304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Digital health platforms and patient engagement solutions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21200" y="914400"/>
            <a:ext cx="3454400" cy="17780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21200" y="914400"/>
            <a:ext cx="3454400" cy="381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Shape 10"/>
          <p:cNvSpPr/>
          <p:nvPr/>
        </p:nvSpPr>
        <p:spPr>
          <a:xfrm>
            <a:off x="4699000" y="1143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38100" y="155416"/>
                </a:moveTo>
                <a:lnTo>
                  <a:pt x="204152" y="223758"/>
                </a:lnTo>
                <a:cubicBezTo>
                  <a:pt x="211931" y="226933"/>
                  <a:pt x="220186" y="228600"/>
                  <a:pt x="228600" y="228600"/>
                </a:cubicBezTo>
                <a:cubicBezTo>
                  <a:pt x="237014" y="228600"/>
                  <a:pt x="245269" y="226933"/>
                  <a:pt x="253048" y="223758"/>
                </a:cubicBezTo>
                <a:lnTo>
                  <a:pt x="445453" y="144542"/>
                </a:lnTo>
                <a:cubicBezTo>
                  <a:pt x="452596" y="141605"/>
                  <a:pt x="457200" y="134699"/>
                  <a:pt x="457200" y="127000"/>
                </a:cubicBezTo>
                <a:cubicBezTo>
                  <a:pt x="457200" y="119301"/>
                  <a:pt x="452596" y="112395"/>
                  <a:pt x="445453" y="109458"/>
                </a:cubicBezTo>
                <a:lnTo>
                  <a:pt x="253048" y="30242"/>
                </a:lnTo>
                <a:cubicBezTo>
                  <a:pt x="245269" y="27067"/>
                  <a:pt x="237014" y="25400"/>
                  <a:pt x="228600" y="25400"/>
                </a:cubicBezTo>
                <a:cubicBezTo>
                  <a:pt x="220186" y="25400"/>
                  <a:pt x="211931" y="27067"/>
                  <a:pt x="204152" y="30242"/>
                </a:cubicBezTo>
                <a:lnTo>
                  <a:pt x="11748" y="109458"/>
                </a:lnTo>
                <a:cubicBezTo>
                  <a:pt x="4604" y="112395"/>
                  <a:pt x="0" y="119301"/>
                  <a:pt x="0" y="127000"/>
                </a:cubicBezTo>
                <a:lnTo>
                  <a:pt x="0" y="361950"/>
                </a:lnTo>
                <a:cubicBezTo>
                  <a:pt x="0" y="372507"/>
                  <a:pt x="8493" y="381000"/>
                  <a:pt x="19050" y="381000"/>
                </a:cubicBezTo>
                <a:cubicBezTo>
                  <a:pt x="29607" y="381000"/>
                  <a:pt x="38100" y="372507"/>
                  <a:pt x="38100" y="361950"/>
                </a:cubicBezTo>
                <a:lnTo>
                  <a:pt x="38100" y="155416"/>
                </a:lnTo>
                <a:close/>
                <a:moveTo>
                  <a:pt x="76200" y="212328"/>
                </a:moveTo>
                <a:lnTo>
                  <a:pt x="76200" y="304800"/>
                </a:lnTo>
                <a:cubicBezTo>
                  <a:pt x="76200" y="346869"/>
                  <a:pt x="144463" y="381000"/>
                  <a:pt x="228600" y="381000"/>
                </a:cubicBezTo>
                <a:cubicBezTo>
                  <a:pt x="312738" y="381000"/>
                  <a:pt x="381000" y="346869"/>
                  <a:pt x="381000" y="304800"/>
                </a:cubicBezTo>
                <a:lnTo>
                  <a:pt x="381000" y="212249"/>
                </a:lnTo>
                <a:lnTo>
                  <a:pt x="267573" y="259001"/>
                </a:lnTo>
                <a:cubicBezTo>
                  <a:pt x="255191" y="264081"/>
                  <a:pt x="242014" y="266700"/>
                  <a:pt x="228600" y="266700"/>
                </a:cubicBezTo>
                <a:cubicBezTo>
                  <a:pt x="215186" y="266700"/>
                  <a:pt x="202009" y="264081"/>
                  <a:pt x="189627" y="259001"/>
                </a:cubicBezTo>
                <a:lnTo>
                  <a:pt x="76200" y="212249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4724400" y="1651000"/>
            <a:ext cx="304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62B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Education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24400" y="2006600"/>
            <a:ext cx="304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E-learning platforms and institutional digital transformation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600" y="914400"/>
            <a:ext cx="3454400" cy="17780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0" y="914400"/>
            <a:ext cx="3454400" cy="381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8458200" y="11430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127000" y="63500"/>
                </a:moveTo>
                <a:cubicBezTo>
                  <a:pt x="127000" y="35481"/>
                  <a:pt x="149781" y="12700"/>
                  <a:pt x="177800" y="12700"/>
                </a:cubicBezTo>
                <a:cubicBezTo>
                  <a:pt x="205819" y="12700"/>
                  <a:pt x="228600" y="35481"/>
                  <a:pt x="228600" y="63500"/>
                </a:cubicBezTo>
                <a:lnTo>
                  <a:pt x="228600" y="101600"/>
                </a:lnTo>
                <a:lnTo>
                  <a:pt x="127000" y="101600"/>
                </a:lnTo>
                <a:lnTo>
                  <a:pt x="127000" y="63500"/>
                </a:lnTo>
                <a:close/>
                <a:moveTo>
                  <a:pt x="88900" y="101600"/>
                </a:moveTo>
                <a:lnTo>
                  <a:pt x="38100" y="101600"/>
                </a:lnTo>
                <a:cubicBezTo>
                  <a:pt x="17066" y="101600"/>
                  <a:pt x="0" y="118666"/>
                  <a:pt x="0" y="139700"/>
                </a:cubicBezTo>
                <a:lnTo>
                  <a:pt x="0" y="304800"/>
                </a:lnTo>
                <a:cubicBezTo>
                  <a:pt x="0" y="346869"/>
                  <a:pt x="34131" y="381000"/>
                  <a:pt x="76200" y="381000"/>
                </a:cubicBezTo>
                <a:lnTo>
                  <a:pt x="279400" y="381000"/>
                </a:lnTo>
                <a:cubicBezTo>
                  <a:pt x="321469" y="381000"/>
                  <a:pt x="355600" y="346869"/>
                  <a:pt x="355600" y="304800"/>
                </a:cubicBezTo>
                <a:lnTo>
                  <a:pt x="355600" y="139700"/>
                </a:lnTo>
                <a:cubicBezTo>
                  <a:pt x="355600" y="118666"/>
                  <a:pt x="338534" y="101600"/>
                  <a:pt x="317500" y="101600"/>
                </a:cubicBezTo>
                <a:lnTo>
                  <a:pt x="266700" y="101600"/>
                </a:lnTo>
                <a:lnTo>
                  <a:pt x="266700" y="63500"/>
                </a:lnTo>
                <a:cubicBezTo>
                  <a:pt x="266700" y="14367"/>
                  <a:pt x="226933" y="-25400"/>
                  <a:pt x="177800" y="-25400"/>
                </a:cubicBezTo>
                <a:cubicBezTo>
                  <a:pt x="128667" y="-25400"/>
                  <a:pt x="88900" y="14367"/>
                  <a:pt x="88900" y="63500"/>
                </a:cubicBezTo>
                <a:lnTo>
                  <a:pt x="88900" y="101600"/>
                </a:lnTo>
                <a:close/>
                <a:moveTo>
                  <a:pt x="107950" y="139700"/>
                </a:moveTo>
                <a:cubicBezTo>
                  <a:pt x="118464" y="139700"/>
                  <a:pt x="127000" y="148236"/>
                  <a:pt x="127000" y="158750"/>
                </a:cubicBezTo>
                <a:cubicBezTo>
                  <a:pt x="127000" y="169264"/>
                  <a:pt x="118464" y="177800"/>
                  <a:pt x="107950" y="177800"/>
                </a:cubicBezTo>
                <a:cubicBezTo>
                  <a:pt x="97436" y="177800"/>
                  <a:pt x="88900" y="169264"/>
                  <a:pt x="88900" y="158750"/>
                </a:cubicBezTo>
                <a:cubicBezTo>
                  <a:pt x="88900" y="148236"/>
                  <a:pt x="97436" y="139700"/>
                  <a:pt x="107950" y="139700"/>
                </a:cubicBezTo>
                <a:close/>
                <a:moveTo>
                  <a:pt x="228600" y="158750"/>
                </a:moveTo>
                <a:cubicBezTo>
                  <a:pt x="228600" y="148236"/>
                  <a:pt x="237136" y="139700"/>
                  <a:pt x="247650" y="139700"/>
                </a:cubicBezTo>
                <a:cubicBezTo>
                  <a:pt x="258164" y="139700"/>
                  <a:pt x="266700" y="148236"/>
                  <a:pt x="266700" y="158750"/>
                </a:cubicBezTo>
                <a:cubicBezTo>
                  <a:pt x="266700" y="169264"/>
                  <a:pt x="258164" y="177800"/>
                  <a:pt x="247650" y="177800"/>
                </a:cubicBezTo>
                <a:cubicBezTo>
                  <a:pt x="237136" y="177800"/>
                  <a:pt x="228600" y="169264"/>
                  <a:pt x="228600" y="15875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8432800" y="1651000"/>
            <a:ext cx="304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62B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E-Commerce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32800" y="2006600"/>
            <a:ext cx="304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Online retail solutions and marketplace development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938000" y="914400"/>
            <a:ext cx="3505200" cy="17780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1" name="Shape 19"/>
          <p:cNvSpPr/>
          <p:nvPr/>
        </p:nvSpPr>
        <p:spPr>
          <a:xfrm>
            <a:off x="11938000" y="914400"/>
            <a:ext cx="3505200" cy="381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2" name="Shape 20"/>
          <p:cNvSpPr/>
          <p:nvPr/>
        </p:nvSpPr>
        <p:spPr>
          <a:xfrm>
            <a:off x="12192000" y="11430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50800" y="0"/>
                </a:moveTo>
                <a:cubicBezTo>
                  <a:pt x="22781" y="0"/>
                  <a:pt x="0" y="22781"/>
                  <a:pt x="0" y="50800"/>
                </a:cubicBezTo>
                <a:lnTo>
                  <a:pt x="0" y="355600"/>
                </a:lnTo>
                <a:cubicBezTo>
                  <a:pt x="0" y="383619"/>
                  <a:pt x="22781" y="406400"/>
                  <a:pt x="50800" y="406400"/>
                </a:cubicBezTo>
                <a:lnTo>
                  <a:pt x="254000" y="406400"/>
                </a:lnTo>
                <a:cubicBezTo>
                  <a:pt x="282019" y="406400"/>
                  <a:pt x="304800" y="383619"/>
                  <a:pt x="304800" y="355600"/>
                </a:cubicBezTo>
                <a:lnTo>
                  <a:pt x="304800" y="50800"/>
                </a:lnTo>
                <a:cubicBezTo>
                  <a:pt x="304800" y="22781"/>
                  <a:pt x="282019" y="0"/>
                  <a:pt x="254000" y="0"/>
                </a:cubicBezTo>
                <a:lnTo>
                  <a:pt x="50800" y="0"/>
                </a:lnTo>
                <a:close/>
                <a:moveTo>
                  <a:pt x="139700" y="279400"/>
                </a:moveTo>
                <a:lnTo>
                  <a:pt x="165100" y="279400"/>
                </a:lnTo>
                <a:cubicBezTo>
                  <a:pt x="179149" y="279400"/>
                  <a:pt x="190500" y="290751"/>
                  <a:pt x="190500" y="304800"/>
                </a:cubicBezTo>
                <a:lnTo>
                  <a:pt x="190500" y="368300"/>
                </a:lnTo>
                <a:lnTo>
                  <a:pt x="114300" y="368300"/>
                </a:lnTo>
                <a:lnTo>
                  <a:pt x="114300" y="304800"/>
                </a:lnTo>
                <a:cubicBezTo>
                  <a:pt x="114300" y="290751"/>
                  <a:pt x="125651" y="279400"/>
                  <a:pt x="139700" y="279400"/>
                </a:cubicBezTo>
                <a:close/>
                <a:moveTo>
                  <a:pt x="76200" y="88900"/>
                </a:moveTo>
                <a:cubicBezTo>
                  <a:pt x="76200" y="81915"/>
                  <a:pt x="81915" y="76200"/>
                  <a:pt x="88900" y="76200"/>
                </a:cubicBezTo>
                <a:lnTo>
                  <a:pt x="114300" y="76200"/>
                </a:lnTo>
                <a:cubicBezTo>
                  <a:pt x="121285" y="76200"/>
                  <a:pt x="127000" y="81915"/>
                  <a:pt x="127000" y="88900"/>
                </a:cubicBezTo>
                <a:lnTo>
                  <a:pt x="127000" y="114300"/>
                </a:lnTo>
                <a:cubicBezTo>
                  <a:pt x="127000" y="121285"/>
                  <a:pt x="121285" y="127000"/>
                  <a:pt x="114300" y="127000"/>
                </a:cubicBezTo>
                <a:lnTo>
                  <a:pt x="88900" y="127000"/>
                </a:lnTo>
                <a:cubicBezTo>
                  <a:pt x="81915" y="127000"/>
                  <a:pt x="76200" y="121285"/>
                  <a:pt x="76200" y="114300"/>
                </a:cubicBezTo>
                <a:lnTo>
                  <a:pt x="76200" y="88900"/>
                </a:lnTo>
                <a:close/>
                <a:moveTo>
                  <a:pt x="190500" y="76200"/>
                </a:moveTo>
                <a:lnTo>
                  <a:pt x="215900" y="76200"/>
                </a:lnTo>
                <a:cubicBezTo>
                  <a:pt x="222885" y="76200"/>
                  <a:pt x="228600" y="81915"/>
                  <a:pt x="228600" y="88900"/>
                </a:cubicBezTo>
                <a:lnTo>
                  <a:pt x="228600" y="114300"/>
                </a:lnTo>
                <a:cubicBezTo>
                  <a:pt x="228600" y="121285"/>
                  <a:pt x="222885" y="127000"/>
                  <a:pt x="215900" y="127000"/>
                </a:cubicBezTo>
                <a:lnTo>
                  <a:pt x="190500" y="127000"/>
                </a:lnTo>
                <a:cubicBezTo>
                  <a:pt x="183515" y="127000"/>
                  <a:pt x="177800" y="121285"/>
                  <a:pt x="177800" y="114300"/>
                </a:cubicBezTo>
                <a:lnTo>
                  <a:pt x="177800" y="88900"/>
                </a:lnTo>
                <a:cubicBezTo>
                  <a:pt x="177800" y="81915"/>
                  <a:pt x="183515" y="76200"/>
                  <a:pt x="190500" y="76200"/>
                </a:cubicBezTo>
                <a:close/>
                <a:moveTo>
                  <a:pt x="76200" y="190500"/>
                </a:moveTo>
                <a:cubicBezTo>
                  <a:pt x="76200" y="183515"/>
                  <a:pt x="81915" y="177800"/>
                  <a:pt x="88900" y="177800"/>
                </a:cubicBezTo>
                <a:lnTo>
                  <a:pt x="114300" y="177800"/>
                </a:lnTo>
                <a:cubicBezTo>
                  <a:pt x="121285" y="177800"/>
                  <a:pt x="127000" y="183515"/>
                  <a:pt x="127000" y="190500"/>
                </a:cubicBezTo>
                <a:lnTo>
                  <a:pt x="127000" y="215900"/>
                </a:lnTo>
                <a:cubicBezTo>
                  <a:pt x="127000" y="222885"/>
                  <a:pt x="121285" y="228600"/>
                  <a:pt x="114300" y="228600"/>
                </a:cubicBezTo>
                <a:lnTo>
                  <a:pt x="88900" y="228600"/>
                </a:lnTo>
                <a:cubicBezTo>
                  <a:pt x="81915" y="228600"/>
                  <a:pt x="76200" y="222885"/>
                  <a:pt x="76200" y="215900"/>
                </a:cubicBezTo>
                <a:lnTo>
                  <a:pt x="76200" y="190500"/>
                </a:lnTo>
                <a:close/>
                <a:moveTo>
                  <a:pt x="190500" y="177800"/>
                </a:moveTo>
                <a:lnTo>
                  <a:pt x="215900" y="177800"/>
                </a:lnTo>
                <a:cubicBezTo>
                  <a:pt x="222885" y="177800"/>
                  <a:pt x="228600" y="183515"/>
                  <a:pt x="228600" y="190500"/>
                </a:cubicBezTo>
                <a:lnTo>
                  <a:pt x="228600" y="215900"/>
                </a:lnTo>
                <a:cubicBezTo>
                  <a:pt x="228600" y="222885"/>
                  <a:pt x="222885" y="228600"/>
                  <a:pt x="215900" y="228600"/>
                </a:cubicBezTo>
                <a:lnTo>
                  <a:pt x="190500" y="228600"/>
                </a:lnTo>
                <a:cubicBezTo>
                  <a:pt x="183515" y="228600"/>
                  <a:pt x="177800" y="222885"/>
                  <a:pt x="177800" y="215900"/>
                </a:cubicBezTo>
                <a:lnTo>
                  <a:pt x="177800" y="190500"/>
                </a:lnTo>
                <a:cubicBezTo>
                  <a:pt x="177800" y="183515"/>
                  <a:pt x="183515" y="177800"/>
                  <a:pt x="190500" y="17780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12141200" y="1651000"/>
            <a:ext cx="3098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62B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 Estate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141200" y="2006600"/>
            <a:ext cx="30988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Property platforms and digital marketing for brokers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12800" y="2946400"/>
            <a:ext cx="3454400" cy="17780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6" name="Shape 24"/>
          <p:cNvSpPr/>
          <p:nvPr/>
        </p:nvSpPr>
        <p:spPr>
          <a:xfrm>
            <a:off x="812800" y="2946400"/>
            <a:ext cx="3454400" cy="381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7" name="Shape 25"/>
          <p:cNvSpPr/>
          <p:nvPr/>
        </p:nvSpPr>
        <p:spPr>
          <a:xfrm>
            <a:off x="1016000" y="3175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2700" y="19050"/>
                </a:moveTo>
                <a:cubicBezTo>
                  <a:pt x="12700" y="8493"/>
                  <a:pt x="21193" y="0"/>
                  <a:pt x="31750" y="0"/>
                </a:cubicBezTo>
                <a:lnTo>
                  <a:pt x="374650" y="0"/>
                </a:lnTo>
                <a:cubicBezTo>
                  <a:pt x="385207" y="0"/>
                  <a:pt x="393700" y="8493"/>
                  <a:pt x="393700" y="19050"/>
                </a:cubicBezTo>
                <a:cubicBezTo>
                  <a:pt x="393700" y="29607"/>
                  <a:pt x="385207" y="38100"/>
                  <a:pt x="374650" y="38100"/>
                </a:cubicBezTo>
                <a:lnTo>
                  <a:pt x="368300" y="38100"/>
                </a:lnTo>
                <a:lnTo>
                  <a:pt x="368300" y="368300"/>
                </a:lnTo>
                <a:lnTo>
                  <a:pt x="374650" y="368300"/>
                </a:lnTo>
                <a:cubicBezTo>
                  <a:pt x="385207" y="368300"/>
                  <a:pt x="393700" y="376793"/>
                  <a:pt x="393700" y="387350"/>
                </a:cubicBezTo>
                <a:cubicBezTo>
                  <a:pt x="393700" y="397907"/>
                  <a:pt x="385207" y="406400"/>
                  <a:pt x="374650" y="406400"/>
                </a:cubicBezTo>
                <a:lnTo>
                  <a:pt x="31750" y="406400"/>
                </a:lnTo>
                <a:cubicBezTo>
                  <a:pt x="21193" y="406400"/>
                  <a:pt x="12700" y="397907"/>
                  <a:pt x="12700" y="387350"/>
                </a:cubicBezTo>
                <a:cubicBezTo>
                  <a:pt x="12700" y="376793"/>
                  <a:pt x="21193" y="368300"/>
                  <a:pt x="31750" y="368300"/>
                </a:cubicBezTo>
                <a:lnTo>
                  <a:pt x="38100" y="368300"/>
                </a:lnTo>
                <a:lnTo>
                  <a:pt x="38100" y="38100"/>
                </a:lnTo>
                <a:lnTo>
                  <a:pt x="31750" y="38100"/>
                </a:lnTo>
                <a:cubicBezTo>
                  <a:pt x="21193" y="38100"/>
                  <a:pt x="12700" y="29607"/>
                  <a:pt x="12700" y="19050"/>
                </a:cubicBezTo>
                <a:close/>
                <a:moveTo>
                  <a:pt x="177800" y="88900"/>
                </a:moveTo>
                <a:lnTo>
                  <a:pt x="177800" y="114300"/>
                </a:lnTo>
                <a:cubicBezTo>
                  <a:pt x="177800" y="121285"/>
                  <a:pt x="183515" y="127000"/>
                  <a:pt x="190500" y="127000"/>
                </a:cubicBezTo>
                <a:lnTo>
                  <a:pt x="215900" y="127000"/>
                </a:lnTo>
                <a:cubicBezTo>
                  <a:pt x="222885" y="127000"/>
                  <a:pt x="228600" y="121285"/>
                  <a:pt x="228600" y="114300"/>
                </a:cubicBezTo>
                <a:lnTo>
                  <a:pt x="228600" y="88900"/>
                </a:lnTo>
                <a:cubicBezTo>
                  <a:pt x="228600" y="81915"/>
                  <a:pt x="222885" y="76200"/>
                  <a:pt x="215900" y="76200"/>
                </a:cubicBezTo>
                <a:lnTo>
                  <a:pt x="190500" y="76200"/>
                </a:lnTo>
                <a:cubicBezTo>
                  <a:pt x="183515" y="76200"/>
                  <a:pt x="177800" y="81915"/>
                  <a:pt x="177800" y="88900"/>
                </a:cubicBezTo>
                <a:close/>
                <a:moveTo>
                  <a:pt x="101600" y="76200"/>
                </a:moveTo>
                <a:cubicBezTo>
                  <a:pt x="94615" y="76200"/>
                  <a:pt x="88900" y="81915"/>
                  <a:pt x="88900" y="88900"/>
                </a:cubicBezTo>
                <a:lnTo>
                  <a:pt x="88900" y="114300"/>
                </a:lnTo>
                <a:cubicBezTo>
                  <a:pt x="88900" y="121285"/>
                  <a:pt x="94615" y="127000"/>
                  <a:pt x="101600" y="127000"/>
                </a:cubicBezTo>
                <a:lnTo>
                  <a:pt x="127000" y="127000"/>
                </a:lnTo>
                <a:cubicBezTo>
                  <a:pt x="133985" y="127000"/>
                  <a:pt x="139700" y="121285"/>
                  <a:pt x="139700" y="114300"/>
                </a:cubicBezTo>
                <a:lnTo>
                  <a:pt x="139700" y="88900"/>
                </a:lnTo>
                <a:cubicBezTo>
                  <a:pt x="139700" y="81915"/>
                  <a:pt x="133985" y="76200"/>
                  <a:pt x="127000" y="76200"/>
                </a:cubicBezTo>
                <a:lnTo>
                  <a:pt x="101600" y="76200"/>
                </a:lnTo>
                <a:close/>
                <a:moveTo>
                  <a:pt x="177800" y="165100"/>
                </a:moveTo>
                <a:lnTo>
                  <a:pt x="177800" y="190500"/>
                </a:lnTo>
                <a:cubicBezTo>
                  <a:pt x="177800" y="197485"/>
                  <a:pt x="183515" y="203200"/>
                  <a:pt x="190500" y="203200"/>
                </a:cubicBezTo>
                <a:lnTo>
                  <a:pt x="215900" y="203200"/>
                </a:lnTo>
                <a:cubicBezTo>
                  <a:pt x="222885" y="203200"/>
                  <a:pt x="228600" y="197485"/>
                  <a:pt x="228600" y="190500"/>
                </a:cubicBezTo>
                <a:lnTo>
                  <a:pt x="228600" y="165100"/>
                </a:lnTo>
                <a:cubicBezTo>
                  <a:pt x="228600" y="158115"/>
                  <a:pt x="222885" y="152400"/>
                  <a:pt x="215900" y="152400"/>
                </a:cubicBezTo>
                <a:lnTo>
                  <a:pt x="190500" y="152400"/>
                </a:lnTo>
                <a:cubicBezTo>
                  <a:pt x="183515" y="152400"/>
                  <a:pt x="177800" y="158115"/>
                  <a:pt x="177800" y="165100"/>
                </a:cubicBezTo>
                <a:close/>
                <a:moveTo>
                  <a:pt x="279400" y="76200"/>
                </a:moveTo>
                <a:cubicBezTo>
                  <a:pt x="272415" y="76200"/>
                  <a:pt x="266700" y="81915"/>
                  <a:pt x="266700" y="88900"/>
                </a:cubicBezTo>
                <a:lnTo>
                  <a:pt x="266700" y="114300"/>
                </a:lnTo>
                <a:cubicBezTo>
                  <a:pt x="266700" y="121285"/>
                  <a:pt x="272415" y="127000"/>
                  <a:pt x="279400" y="127000"/>
                </a:cubicBezTo>
                <a:lnTo>
                  <a:pt x="304800" y="127000"/>
                </a:lnTo>
                <a:cubicBezTo>
                  <a:pt x="311785" y="127000"/>
                  <a:pt x="317500" y="121285"/>
                  <a:pt x="317500" y="114300"/>
                </a:cubicBezTo>
                <a:lnTo>
                  <a:pt x="317500" y="88900"/>
                </a:lnTo>
                <a:cubicBezTo>
                  <a:pt x="317500" y="81915"/>
                  <a:pt x="311785" y="76200"/>
                  <a:pt x="304800" y="76200"/>
                </a:cubicBezTo>
                <a:lnTo>
                  <a:pt x="279400" y="76200"/>
                </a:lnTo>
                <a:close/>
                <a:moveTo>
                  <a:pt x="88900" y="165100"/>
                </a:moveTo>
                <a:lnTo>
                  <a:pt x="88900" y="190500"/>
                </a:lnTo>
                <a:cubicBezTo>
                  <a:pt x="88900" y="197485"/>
                  <a:pt x="94615" y="203200"/>
                  <a:pt x="101600" y="203200"/>
                </a:cubicBezTo>
                <a:lnTo>
                  <a:pt x="127000" y="203200"/>
                </a:lnTo>
                <a:cubicBezTo>
                  <a:pt x="133985" y="203200"/>
                  <a:pt x="139700" y="197485"/>
                  <a:pt x="139700" y="190500"/>
                </a:cubicBezTo>
                <a:lnTo>
                  <a:pt x="139700" y="165100"/>
                </a:lnTo>
                <a:cubicBezTo>
                  <a:pt x="139700" y="158115"/>
                  <a:pt x="133985" y="152400"/>
                  <a:pt x="127000" y="152400"/>
                </a:cubicBezTo>
                <a:lnTo>
                  <a:pt x="101600" y="152400"/>
                </a:lnTo>
                <a:cubicBezTo>
                  <a:pt x="94615" y="152400"/>
                  <a:pt x="88900" y="158115"/>
                  <a:pt x="88900" y="165100"/>
                </a:cubicBezTo>
                <a:close/>
                <a:moveTo>
                  <a:pt x="279400" y="152400"/>
                </a:moveTo>
                <a:cubicBezTo>
                  <a:pt x="272415" y="152400"/>
                  <a:pt x="266700" y="158115"/>
                  <a:pt x="266700" y="165100"/>
                </a:cubicBezTo>
                <a:lnTo>
                  <a:pt x="266700" y="190500"/>
                </a:lnTo>
                <a:cubicBezTo>
                  <a:pt x="266700" y="197485"/>
                  <a:pt x="272415" y="203200"/>
                  <a:pt x="279400" y="203200"/>
                </a:cubicBezTo>
                <a:lnTo>
                  <a:pt x="304800" y="203200"/>
                </a:lnTo>
                <a:cubicBezTo>
                  <a:pt x="311785" y="203200"/>
                  <a:pt x="317500" y="197485"/>
                  <a:pt x="317500" y="190500"/>
                </a:cubicBezTo>
                <a:lnTo>
                  <a:pt x="317500" y="165100"/>
                </a:lnTo>
                <a:cubicBezTo>
                  <a:pt x="317500" y="158115"/>
                  <a:pt x="311785" y="152400"/>
                  <a:pt x="304800" y="152400"/>
                </a:cubicBezTo>
                <a:lnTo>
                  <a:pt x="279400" y="152400"/>
                </a:lnTo>
                <a:close/>
                <a:moveTo>
                  <a:pt x="228600" y="304800"/>
                </a:moveTo>
                <a:lnTo>
                  <a:pt x="263366" y="304800"/>
                </a:lnTo>
                <a:cubicBezTo>
                  <a:pt x="271224" y="304800"/>
                  <a:pt x="277257" y="297656"/>
                  <a:pt x="274479" y="290354"/>
                </a:cubicBezTo>
                <a:cubicBezTo>
                  <a:pt x="263525" y="261699"/>
                  <a:pt x="235744" y="241300"/>
                  <a:pt x="203279" y="241300"/>
                </a:cubicBezTo>
                <a:cubicBezTo>
                  <a:pt x="170815" y="241300"/>
                  <a:pt x="143034" y="261699"/>
                  <a:pt x="132080" y="290354"/>
                </a:cubicBezTo>
                <a:cubicBezTo>
                  <a:pt x="129302" y="297656"/>
                  <a:pt x="135334" y="304800"/>
                  <a:pt x="143193" y="304800"/>
                </a:cubicBezTo>
                <a:lnTo>
                  <a:pt x="177959" y="304800"/>
                </a:lnTo>
                <a:lnTo>
                  <a:pt x="177959" y="368300"/>
                </a:lnTo>
                <a:lnTo>
                  <a:pt x="228759" y="368300"/>
                </a:lnTo>
                <a:lnTo>
                  <a:pt x="228759" y="304800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1016000" y="3683000"/>
            <a:ext cx="304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62B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Hospitality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16000" y="4038600"/>
            <a:ext cx="304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Booking systems and guest experience platforms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521200" y="2946400"/>
            <a:ext cx="3454400" cy="17780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1" name="Shape 29"/>
          <p:cNvSpPr/>
          <p:nvPr/>
        </p:nvSpPr>
        <p:spPr>
          <a:xfrm>
            <a:off x="4521200" y="2946400"/>
            <a:ext cx="3454400" cy="381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2" name="Shape 30"/>
          <p:cNvSpPr/>
          <p:nvPr/>
        </p:nvSpPr>
        <p:spPr>
          <a:xfrm>
            <a:off x="4724400" y="3175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76200"/>
                </a:moveTo>
                <a:lnTo>
                  <a:pt x="101600" y="63500"/>
                </a:lnTo>
                <a:cubicBezTo>
                  <a:pt x="101600" y="28416"/>
                  <a:pt x="169863" y="0"/>
                  <a:pt x="254000" y="0"/>
                </a:cubicBezTo>
                <a:cubicBezTo>
                  <a:pt x="338138" y="0"/>
                  <a:pt x="406400" y="28416"/>
                  <a:pt x="406400" y="63500"/>
                </a:cubicBezTo>
                <a:lnTo>
                  <a:pt x="406400" y="76200"/>
                </a:lnTo>
                <a:cubicBezTo>
                  <a:pt x="406400" y="100489"/>
                  <a:pt x="373618" y="121603"/>
                  <a:pt x="325438" y="132318"/>
                </a:cubicBezTo>
                <a:cubicBezTo>
                  <a:pt x="323533" y="130096"/>
                  <a:pt x="321548" y="127953"/>
                  <a:pt x="319564" y="125968"/>
                </a:cubicBezTo>
                <a:cubicBezTo>
                  <a:pt x="307261" y="113824"/>
                  <a:pt x="291386" y="104616"/>
                  <a:pt x="274796" y="97790"/>
                </a:cubicBezTo>
                <a:cubicBezTo>
                  <a:pt x="241538" y="83899"/>
                  <a:pt x="198199" y="76279"/>
                  <a:pt x="152400" y="76279"/>
                </a:cubicBezTo>
                <a:cubicBezTo>
                  <a:pt x="135017" y="76279"/>
                  <a:pt x="118031" y="77391"/>
                  <a:pt x="101759" y="79534"/>
                </a:cubicBezTo>
                <a:cubicBezTo>
                  <a:pt x="101600" y="78502"/>
                  <a:pt x="101600" y="77391"/>
                  <a:pt x="101600" y="76279"/>
                </a:cubicBezTo>
                <a:close/>
                <a:moveTo>
                  <a:pt x="342900" y="280194"/>
                </a:moveTo>
                <a:lnTo>
                  <a:pt x="342900" y="243523"/>
                </a:lnTo>
                <a:cubicBezTo>
                  <a:pt x="354886" y="240427"/>
                  <a:pt x="366157" y="236776"/>
                  <a:pt x="376396" y="232489"/>
                </a:cubicBezTo>
                <a:cubicBezTo>
                  <a:pt x="386874" y="228124"/>
                  <a:pt x="397113" y="222806"/>
                  <a:pt x="406400" y="216376"/>
                </a:cubicBezTo>
                <a:lnTo>
                  <a:pt x="406400" y="228600"/>
                </a:lnTo>
                <a:cubicBezTo>
                  <a:pt x="406400" y="249873"/>
                  <a:pt x="381397" y="268684"/>
                  <a:pt x="342900" y="280194"/>
                </a:cubicBezTo>
                <a:close/>
                <a:moveTo>
                  <a:pt x="342900" y="203994"/>
                </a:moveTo>
                <a:lnTo>
                  <a:pt x="342900" y="177800"/>
                </a:lnTo>
                <a:cubicBezTo>
                  <a:pt x="342900" y="174228"/>
                  <a:pt x="342583" y="170815"/>
                  <a:pt x="342106" y="167481"/>
                </a:cubicBezTo>
                <a:cubicBezTo>
                  <a:pt x="354409" y="164386"/>
                  <a:pt x="365919" y="160655"/>
                  <a:pt x="376396" y="156210"/>
                </a:cubicBezTo>
                <a:cubicBezTo>
                  <a:pt x="386874" y="151765"/>
                  <a:pt x="397113" y="146526"/>
                  <a:pt x="406400" y="140097"/>
                </a:cubicBezTo>
                <a:lnTo>
                  <a:pt x="406400" y="152321"/>
                </a:lnTo>
                <a:cubicBezTo>
                  <a:pt x="406400" y="173593"/>
                  <a:pt x="381397" y="192405"/>
                  <a:pt x="342900" y="203914"/>
                </a:cubicBezTo>
                <a:close/>
                <a:moveTo>
                  <a:pt x="0" y="190500"/>
                </a:moveTo>
                <a:lnTo>
                  <a:pt x="0" y="177800"/>
                </a:lnTo>
                <a:cubicBezTo>
                  <a:pt x="0" y="142716"/>
                  <a:pt x="68263" y="114300"/>
                  <a:pt x="152400" y="114300"/>
                </a:cubicBezTo>
                <a:cubicBezTo>
                  <a:pt x="236538" y="114300"/>
                  <a:pt x="304800" y="142716"/>
                  <a:pt x="304800" y="177800"/>
                </a:cubicBezTo>
                <a:lnTo>
                  <a:pt x="304800" y="190500"/>
                </a:lnTo>
                <a:cubicBezTo>
                  <a:pt x="304800" y="225584"/>
                  <a:pt x="236538" y="254000"/>
                  <a:pt x="152400" y="254000"/>
                </a:cubicBezTo>
                <a:cubicBezTo>
                  <a:pt x="68263" y="254000"/>
                  <a:pt x="0" y="225584"/>
                  <a:pt x="0" y="190500"/>
                </a:cubicBezTo>
                <a:close/>
                <a:moveTo>
                  <a:pt x="304800" y="266700"/>
                </a:moveTo>
                <a:cubicBezTo>
                  <a:pt x="304800" y="301784"/>
                  <a:pt x="236538" y="330200"/>
                  <a:pt x="152400" y="330200"/>
                </a:cubicBezTo>
                <a:cubicBezTo>
                  <a:pt x="68263" y="330200"/>
                  <a:pt x="0" y="301784"/>
                  <a:pt x="0" y="266700"/>
                </a:cubicBezTo>
                <a:lnTo>
                  <a:pt x="0" y="254476"/>
                </a:lnTo>
                <a:cubicBezTo>
                  <a:pt x="9207" y="260906"/>
                  <a:pt x="19447" y="266144"/>
                  <a:pt x="30004" y="270589"/>
                </a:cubicBezTo>
                <a:cubicBezTo>
                  <a:pt x="63262" y="284480"/>
                  <a:pt x="106601" y="292100"/>
                  <a:pt x="152400" y="292100"/>
                </a:cubicBezTo>
                <a:cubicBezTo>
                  <a:pt x="198199" y="292100"/>
                  <a:pt x="241538" y="284401"/>
                  <a:pt x="274796" y="270589"/>
                </a:cubicBezTo>
                <a:cubicBezTo>
                  <a:pt x="285274" y="266224"/>
                  <a:pt x="295513" y="260906"/>
                  <a:pt x="304800" y="254476"/>
                </a:cubicBezTo>
                <a:lnTo>
                  <a:pt x="304800" y="266700"/>
                </a:lnTo>
                <a:close/>
                <a:moveTo>
                  <a:pt x="304800" y="330676"/>
                </a:moveTo>
                <a:lnTo>
                  <a:pt x="304800" y="342900"/>
                </a:lnTo>
                <a:cubicBezTo>
                  <a:pt x="304800" y="377984"/>
                  <a:pt x="236538" y="406400"/>
                  <a:pt x="152400" y="406400"/>
                </a:cubicBezTo>
                <a:cubicBezTo>
                  <a:pt x="68263" y="406400"/>
                  <a:pt x="0" y="377984"/>
                  <a:pt x="0" y="342900"/>
                </a:cubicBezTo>
                <a:lnTo>
                  <a:pt x="0" y="330676"/>
                </a:lnTo>
                <a:cubicBezTo>
                  <a:pt x="9207" y="337106"/>
                  <a:pt x="19447" y="342344"/>
                  <a:pt x="30004" y="346789"/>
                </a:cubicBezTo>
                <a:cubicBezTo>
                  <a:pt x="63262" y="360680"/>
                  <a:pt x="106601" y="368300"/>
                  <a:pt x="152400" y="368300"/>
                </a:cubicBezTo>
                <a:cubicBezTo>
                  <a:pt x="198199" y="368300"/>
                  <a:pt x="241538" y="360601"/>
                  <a:pt x="274796" y="346789"/>
                </a:cubicBezTo>
                <a:cubicBezTo>
                  <a:pt x="285274" y="342424"/>
                  <a:pt x="295513" y="337106"/>
                  <a:pt x="304800" y="330676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3" name="Text 31"/>
          <p:cNvSpPr/>
          <p:nvPr/>
        </p:nvSpPr>
        <p:spPr>
          <a:xfrm>
            <a:off x="4724400" y="3683000"/>
            <a:ext cx="304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62B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Finance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724400" y="4038600"/>
            <a:ext cx="304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Fintech solutions and secure payment systems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229600" y="2946400"/>
            <a:ext cx="3454400" cy="17780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6" name="Shape 34"/>
          <p:cNvSpPr/>
          <p:nvPr/>
        </p:nvSpPr>
        <p:spPr>
          <a:xfrm>
            <a:off x="8229600" y="2946400"/>
            <a:ext cx="3454400" cy="381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7" name="Shape 35"/>
          <p:cNvSpPr/>
          <p:nvPr/>
        </p:nvSpPr>
        <p:spPr>
          <a:xfrm>
            <a:off x="8432800" y="3175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406400" y="25400"/>
                </a:moveTo>
                <a:cubicBezTo>
                  <a:pt x="406400" y="111204"/>
                  <a:pt x="345599" y="182801"/>
                  <a:pt x="264795" y="199549"/>
                </a:cubicBezTo>
                <a:cubicBezTo>
                  <a:pt x="258524" y="153432"/>
                  <a:pt x="237808" y="111919"/>
                  <a:pt x="207248" y="79772"/>
                </a:cubicBezTo>
                <a:cubicBezTo>
                  <a:pt x="239078" y="31750"/>
                  <a:pt x="293608" y="0"/>
                  <a:pt x="355600" y="0"/>
                </a:cubicBezTo>
                <a:lnTo>
                  <a:pt x="381000" y="0"/>
                </a:lnTo>
                <a:cubicBezTo>
                  <a:pt x="395049" y="0"/>
                  <a:pt x="406400" y="11351"/>
                  <a:pt x="406400" y="25400"/>
                </a:cubicBezTo>
                <a:close/>
                <a:moveTo>
                  <a:pt x="0" y="76200"/>
                </a:moveTo>
                <a:cubicBezTo>
                  <a:pt x="0" y="62151"/>
                  <a:pt x="11351" y="50800"/>
                  <a:pt x="25400" y="50800"/>
                </a:cubicBezTo>
                <a:lnTo>
                  <a:pt x="50800" y="50800"/>
                </a:lnTo>
                <a:cubicBezTo>
                  <a:pt x="148987" y="50800"/>
                  <a:pt x="228600" y="130413"/>
                  <a:pt x="228600" y="228600"/>
                </a:cubicBezTo>
                <a:lnTo>
                  <a:pt x="228600" y="381000"/>
                </a:lnTo>
                <a:cubicBezTo>
                  <a:pt x="228600" y="395049"/>
                  <a:pt x="217249" y="406400"/>
                  <a:pt x="203200" y="406400"/>
                </a:cubicBezTo>
                <a:cubicBezTo>
                  <a:pt x="189151" y="406400"/>
                  <a:pt x="177800" y="395049"/>
                  <a:pt x="177800" y="381000"/>
                </a:cubicBezTo>
                <a:lnTo>
                  <a:pt x="177800" y="254000"/>
                </a:lnTo>
                <a:cubicBezTo>
                  <a:pt x="79613" y="254000"/>
                  <a:pt x="0" y="174387"/>
                  <a:pt x="0" y="7620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8" name="Text 36"/>
          <p:cNvSpPr/>
          <p:nvPr/>
        </p:nvSpPr>
        <p:spPr>
          <a:xfrm>
            <a:off x="8432800" y="3683000"/>
            <a:ext cx="304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62B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Startups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432800" y="4038600"/>
            <a:ext cx="304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MVP development and growth hacking strategies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1938000" y="2946400"/>
            <a:ext cx="3505200" cy="17780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41" name="Shape 39"/>
          <p:cNvSpPr/>
          <p:nvPr/>
        </p:nvSpPr>
        <p:spPr>
          <a:xfrm>
            <a:off x="11938000" y="2946400"/>
            <a:ext cx="3505200" cy="381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2" name="Shape 40"/>
          <p:cNvSpPr/>
          <p:nvPr/>
        </p:nvSpPr>
        <p:spPr>
          <a:xfrm>
            <a:off x="12141200" y="3175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58750" y="38100"/>
                </a:moveTo>
                <a:lnTo>
                  <a:pt x="247650" y="38100"/>
                </a:lnTo>
                <a:cubicBezTo>
                  <a:pt x="251142" y="38100"/>
                  <a:pt x="254000" y="40958"/>
                  <a:pt x="254000" y="44450"/>
                </a:cubicBezTo>
                <a:lnTo>
                  <a:pt x="254000" y="76200"/>
                </a:lnTo>
                <a:lnTo>
                  <a:pt x="152400" y="76200"/>
                </a:lnTo>
                <a:lnTo>
                  <a:pt x="152400" y="44450"/>
                </a:lnTo>
                <a:cubicBezTo>
                  <a:pt x="152400" y="40958"/>
                  <a:pt x="155258" y="38100"/>
                  <a:pt x="158750" y="38100"/>
                </a:cubicBezTo>
                <a:close/>
                <a:moveTo>
                  <a:pt x="114300" y="44450"/>
                </a:moveTo>
                <a:lnTo>
                  <a:pt x="114300" y="76200"/>
                </a:lnTo>
                <a:lnTo>
                  <a:pt x="50800" y="76200"/>
                </a:lnTo>
                <a:cubicBezTo>
                  <a:pt x="22781" y="76200"/>
                  <a:pt x="0" y="98981"/>
                  <a:pt x="0" y="127000"/>
                </a:cubicBezTo>
                <a:lnTo>
                  <a:pt x="0" y="203200"/>
                </a:lnTo>
                <a:lnTo>
                  <a:pt x="406400" y="203200"/>
                </a:lnTo>
                <a:lnTo>
                  <a:pt x="406400" y="127000"/>
                </a:lnTo>
                <a:cubicBezTo>
                  <a:pt x="406400" y="98981"/>
                  <a:pt x="383619" y="76200"/>
                  <a:pt x="355600" y="76200"/>
                </a:cubicBezTo>
                <a:lnTo>
                  <a:pt x="292100" y="76200"/>
                </a:lnTo>
                <a:lnTo>
                  <a:pt x="292100" y="44450"/>
                </a:lnTo>
                <a:cubicBezTo>
                  <a:pt x="292100" y="19923"/>
                  <a:pt x="272177" y="0"/>
                  <a:pt x="247650" y="0"/>
                </a:cubicBezTo>
                <a:lnTo>
                  <a:pt x="158750" y="0"/>
                </a:lnTo>
                <a:cubicBezTo>
                  <a:pt x="134223" y="0"/>
                  <a:pt x="114300" y="19923"/>
                  <a:pt x="114300" y="44450"/>
                </a:cubicBezTo>
                <a:close/>
                <a:moveTo>
                  <a:pt x="406400" y="241300"/>
                </a:moveTo>
                <a:lnTo>
                  <a:pt x="254000" y="241300"/>
                </a:lnTo>
                <a:lnTo>
                  <a:pt x="254000" y="254000"/>
                </a:lnTo>
                <a:cubicBezTo>
                  <a:pt x="254000" y="268049"/>
                  <a:pt x="242649" y="279400"/>
                  <a:pt x="228600" y="279400"/>
                </a:cubicBezTo>
                <a:lnTo>
                  <a:pt x="177800" y="279400"/>
                </a:lnTo>
                <a:cubicBezTo>
                  <a:pt x="163751" y="279400"/>
                  <a:pt x="152400" y="268049"/>
                  <a:pt x="152400" y="254000"/>
                </a:cubicBezTo>
                <a:lnTo>
                  <a:pt x="152400" y="241300"/>
                </a:lnTo>
                <a:lnTo>
                  <a:pt x="0" y="241300"/>
                </a:lnTo>
                <a:lnTo>
                  <a:pt x="0" y="330200"/>
                </a:lnTo>
                <a:cubicBezTo>
                  <a:pt x="0" y="358219"/>
                  <a:pt x="22781" y="381000"/>
                  <a:pt x="50800" y="381000"/>
                </a:cubicBezTo>
                <a:lnTo>
                  <a:pt x="355600" y="381000"/>
                </a:lnTo>
                <a:cubicBezTo>
                  <a:pt x="383619" y="381000"/>
                  <a:pt x="406400" y="358219"/>
                  <a:pt x="406400" y="330200"/>
                </a:cubicBezTo>
                <a:lnTo>
                  <a:pt x="406400" y="241300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43" name="Text 41"/>
          <p:cNvSpPr/>
          <p:nvPr/>
        </p:nvSpPr>
        <p:spPr>
          <a:xfrm>
            <a:off x="12141200" y="3683000"/>
            <a:ext cx="3098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62B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Corporate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2141200" y="4038600"/>
            <a:ext cx="30988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Large-scale digital transformation projects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66800" y="51816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Industry Reach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066800" y="6172200"/>
            <a:ext cx="330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5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Industries Served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826000" y="6172200"/>
            <a:ext cx="330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5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Projects Delivered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4478000" y="5334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418981" y="333375"/>
                </a:moveTo>
                <a:lnTo>
                  <a:pt x="191691" y="333375"/>
                </a:lnTo>
                <a:cubicBezTo>
                  <a:pt x="195143" y="410170"/>
                  <a:pt x="212169" y="480893"/>
                  <a:pt x="236339" y="532686"/>
                </a:cubicBezTo>
                <a:cubicBezTo>
                  <a:pt x="249912" y="561856"/>
                  <a:pt x="264557" y="582454"/>
                  <a:pt x="278130" y="595074"/>
                </a:cubicBezTo>
                <a:cubicBezTo>
                  <a:pt x="291465" y="607576"/>
                  <a:pt x="300633" y="609600"/>
                  <a:pt x="305395" y="609600"/>
                </a:cubicBezTo>
                <a:cubicBezTo>
                  <a:pt x="310158" y="609600"/>
                  <a:pt x="319326" y="607576"/>
                  <a:pt x="332661" y="595074"/>
                </a:cubicBezTo>
                <a:cubicBezTo>
                  <a:pt x="346234" y="582454"/>
                  <a:pt x="360878" y="561737"/>
                  <a:pt x="374452" y="532686"/>
                </a:cubicBezTo>
                <a:cubicBezTo>
                  <a:pt x="398621" y="480893"/>
                  <a:pt x="415647" y="410170"/>
                  <a:pt x="419100" y="333375"/>
                </a:cubicBezTo>
                <a:close/>
                <a:moveTo>
                  <a:pt x="191572" y="276225"/>
                </a:moveTo>
                <a:lnTo>
                  <a:pt x="418862" y="276225"/>
                </a:lnTo>
                <a:cubicBezTo>
                  <a:pt x="415528" y="199430"/>
                  <a:pt x="398502" y="128707"/>
                  <a:pt x="374332" y="76914"/>
                </a:cubicBezTo>
                <a:cubicBezTo>
                  <a:pt x="360759" y="47863"/>
                  <a:pt x="346115" y="27146"/>
                  <a:pt x="332542" y="14526"/>
                </a:cubicBezTo>
                <a:cubicBezTo>
                  <a:pt x="319207" y="2024"/>
                  <a:pt x="310039" y="0"/>
                  <a:pt x="305276" y="0"/>
                </a:cubicBezTo>
                <a:cubicBezTo>
                  <a:pt x="300514" y="0"/>
                  <a:pt x="291346" y="2024"/>
                  <a:pt x="278011" y="14526"/>
                </a:cubicBezTo>
                <a:cubicBezTo>
                  <a:pt x="264438" y="27146"/>
                  <a:pt x="249793" y="47863"/>
                  <a:pt x="236220" y="76914"/>
                </a:cubicBezTo>
                <a:cubicBezTo>
                  <a:pt x="212050" y="128707"/>
                  <a:pt x="195024" y="199430"/>
                  <a:pt x="191572" y="276225"/>
                </a:cubicBezTo>
                <a:close/>
                <a:moveTo>
                  <a:pt x="134422" y="276225"/>
                </a:moveTo>
                <a:cubicBezTo>
                  <a:pt x="138589" y="174308"/>
                  <a:pt x="164902" y="79653"/>
                  <a:pt x="203359" y="17502"/>
                </a:cubicBezTo>
                <a:cubicBezTo>
                  <a:pt x="93702" y="56317"/>
                  <a:pt x="12978" y="156210"/>
                  <a:pt x="1786" y="276225"/>
                </a:cubicBezTo>
                <a:lnTo>
                  <a:pt x="134422" y="276225"/>
                </a:lnTo>
                <a:close/>
                <a:moveTo>
                  <a:pt x="1786" y="333375"/>
                </a:moveTo>
                <a:cubicBezTo>
                  <a:pt x="12978" y="453390"/>
                  <a:pt x="93702" y="553283"/>
                  <a:pt x="203359" y="592098"/>
                </a:cubicBezTo>
                <a:cubicBezTo>
                  <a:pt x="164902" y="529947"/>
                  <a:pt x="138589" y="435293"/>
                  <a:pt x="134422" y="333375"/>
                </a:cubicBezTo>
                <a:lnTo>
                  <a:pt x="1786" y="333375"/>
                </a:lnTo>
                <a:close/>
                <a:moveTo>
                  <a:pt x="476131" y="333375"/>
                </a:moveTo>
                <a:cubicBezTo>
                  <a:pt x="471964" y="435293"/>
                  <a:pt x="445651" y="529947"/>
                  <a:pt x="407194" y="592098"/>
                </a:cubicBezTo>
                <a:cubicBezTo>
                  <a:pt x="516850" y="553164"/>
                  <a:pt x="597575" y="453390"/>
                  <a:pt x="608767" y="333375"/>
                </a:cubicBezTo>
                <a:lnTo>
                  <a:pt x="476131" y="333375"/>
                </a:lnTo>
                <a:close/>
                <a:moveTo>
                  <a:pt x="608767" y="276225"/>
                </a:moveTo>
                <a:cubicBezTo>
                  <a:pt x="597575" y="156210"/>
                  <a:pt x="516850" y="56317"/>
                  <a:pt x="407194" y="17502"/>
                </a:cubicBezTo>
                <a:cubicBezTo>
                  <a:pt x="445651" y="79653"/>
                  <a:pt x="471964" y="174308"/>
                  <a:pt x="476131" y="276225"/>
                </a:cubicBezTo>
                <a:lnTo>
                  <a:pt x="608767" y="276225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812800" y="8636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ZapInnovative — Industry Coverage 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60400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127000"/>
            <a:ext cx="13335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Portfolio Showcase — Real Results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113000" y="127000"/>
            <a:ext cx="76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5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2800" y="914400"/>
            <a:ext cx="7162800" cy="2540000"/>
          </a:xfrm>
          <a:prstGeom prst="rect">
            <a:avLst/>
          </a:prstGeom>
          <a:solidFill>
            <a:srgbClr val="EEF2FF"/>
          </a:solidFill>
          <a:ln/>
        </p:spPr>
      </p:sp>
      <p:pic>
        <p:nvPicPr>
          <p:cNvPr id="6" name="Image 0" descr="https://kimi-img.moonshot.cn/pub/slides/okc/5lqjtotj5su5e/mnt/agents/upload/image.png">    </p:cNvPr>
          <p:cNvPicPr>
            <a:picLocks noChangeAspect="1"/>
          </p:cNvPicPr>
          <p:nvPr/>
        </p:nvPicPr>
        <p:blipFill>
          <a:blip r:embed="rId1"/>
          <a:srcRect l="0" r="0" t="18892" b="18892"/>
          <a:stretch/>
        </p:blipFill>
        <p:spPr>
          <a:xfrm>
            <a:off x="812800" y="914400"/>
            <a:ext cx="7162800" cy="2540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12800" y="2946400"/>
            <a:ext cx="7162800" cy="508000"/>
          </a:xfrm>
          <a:prstGeom prst="rect">
            <a:avLst/>
          </a:prstGeom>
          <a:solidFill>
            <a:srgbClr val="0A0E27">
              <a:alpha val="8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965200" y="30226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Digital Marketing Campaigns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Real Customer Projects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80400" y="914400"/>
            <a:ext cx="7162800" cy="2540000"/>
          </a:xfrm>
          <a:prstGeom prst="rect">
            <a:avLst/>
          </a:prstGeom>
          <a:solidFill>
            <a:srgbClr val="EEF2FF"/>
          </a:solidFill>
          <a:ln/>
        </p:spPr>
      </p:sp>
      <p:pic>
        <p:nvPicPr>
          <p:cNvPr id="10" name="Image 1" descr="https://kimi-img.moonshot.cn/pub/slides/okc/5lqjtotj5su5e/mnt/agents/upload/image(1).png">    </p:cNvPr>
          <p:cNvPicPr>
            <a:picLocks noChangeAspect="1"/>
          </p:cNvPicPr>
          <p:nvPr/>
        </p:nvPicPr>
        <p:blipFill>
          <a:blip r:embed="rId2"/>
          <a:srcRect l="0" r="0" t="8105" b="8105"/>
          <a:stretch/>
        </p:blipFill>
        <p:spPr>
          <a:xfrm>
            <a:off x="8280400" y="914400"/>
            <a:ext cx="7162800" cy="25400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280400" y="2946400"/>
            <a:ext cx="7162800" cy="508000"/>
          </a:xfrm>
          <a:prstGeom prst="rect">
            <a:avLst/>
          </a:prstGeom>
          <a:solidFill>
            <a:srgbClr val="0A0E27">
              <a:alpha val="80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8432800" y="30226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Social Media Ads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High-ROI Performance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12800" y="3683000"/>
            <a:ext cx="7162800" cy="2540000"/>
          </a:xfrm>
          <a:prstGeom prst="rect">
            <a:avLst/>
          </a:prstGeom>
          <a:solidFill>
            <a:srgbClr val="EEF2FF"/>
          </a:solidFill>
          <a:ln/>
        </p:spPr>
      </p:sp>
      <p:pic>
        <p:nvPicPr>
          <p:cNvPr id="14" name="Image 2" descr="https://kimi-img.moonshot.cn/pub/slides/okc/5lqjtotj5su5e/mnt/agents/upload/image(3).png">    </p:cNvPr>
          <p:cNvPicPr>
            <a:picLocks noChangeAspect="1"/>
          </p:cNvPicPr>
          <p:nvPr/>
        </p:nvPicPr>
        <p:blipFill>
          <a:blip r:embed="rId3"/>
          <a:srcRect l="0" r="0" t="19505" b="19505"/>
          <a:stretch/>
        </p:blipFill>
        <p:spPr>
          <a:xfrm>
            <a:off x="812800" y="3683000"/>
            <a:ext cx="7162800" cy="254000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812800" y="5715000"/>
            <a:ext cx="7162800" cy="508000"/>
          </a:xfrm>
          <a:prstGeom prst="rect">
            <a:avLst/>
          </a:prstGeom>
          <a:solidFill>
            <a:srgbClr val="0A0E27">
              <a:alpha val="80000"/>
            </a:srgbClr>
          </a:solidFill>
          <a:ln/>
        </p:spPr>
      </p:sp>
      <p:sp>
        <p:nvSpPr>
          <p:cNvPr id="16" name="Text 11"/>
          <p:cNvSpPr/>
          <p:nvPr/>
        </p:nvSpPr>
        <p:spPr>
          <a:xfrm>
            <a:off x="965200" y="57912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Creative Design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Branding &amp; Visual Assets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8280400" y="3683000"/>
            <a:ext cx="7162800" cy="2540000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18" name="Text 13"/>
          <p:cNvSpPr/>
          <p:nvPr/>
        </p:nvSpPr>
        <p:spPr>
          <a:xfrm>
            <a:off x="8585200" y="38354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Campaign Performance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585200" y="4318000"/>
            <a:ext cx="317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₹4-5L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585200" y="48514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5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Monthly Ad Budget Managed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1938000" y="4318000"/>
            <a:ext cx="317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1,137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11938000" y="48514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5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at $0.56 per result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8585200" y="5283200"/>
            <a:ext cx="317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159M+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8585200" y="58166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5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Impressions Delivered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11938000" y="5283200"/>
            <a:ext cx="317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200+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11938000" y="58166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5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Projects Delivered</a:t>
            </a:r>
            <a:endParaRPr lang="en-US" sz="1600" dirty="0"/>
          </a:p>
        </p:txBody>
      </p:sp>
      <p:sp>
        <p:nvSpPr>
          <p:cNvPr id="27" name="Shape 22"/>
          <p:cNvSpPr/>
          <p:nvPr/>
        </p:nvSpPr>
        <p:spPr>
          <a:xfrm>
            <a:off x="812800" y="6477000"/>
            <a:ext cx="14630400" cy="7620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8" name="Text 23"/>
          <p:cNvSpPr/>
          <p:nvPr/>
        </p:nvSpPr>
        <p:spPr>
          <a:xfrm>
            <a:off x="1066800" y="6527800"/>
            <a:ext cx="1016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concept to conversion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We deliver measurable results across digital marketing, creative design, and development.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812800" y="8636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ZapInnovative — Portfolio Showcase 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600" cy="9144000"/>
          </a:xfrm>
          <a:prstGeom prst="rect">
            <a:avLst/>
          </a:prstGeom>
          <a:gradFill rotWithShape="1" flip="none">
            <a:gsLst>
              <a:gs pos="0">
                <a:srgbClr val="6366F1"/>
              </a:gs>
              <a:gs pos="100000">
                <a:srgbClr val="8B5CF6"/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0414000" y="1016000"/>
            <a:ext cx="5334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6000" b="1" dirty="0">
                <a:solidFill>
                  <a:srgbClr val="FFFFFF">
                    <a:alpha val="7843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70000" y="3556000"/>
            <a:ext cx="9525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&amp; Results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270000" y="4368800"/>
            <a:ext cx="1270000" cy="0"/>
          </a:xfrm>
          <a:prstGeom prst="straightConnector1">
            <a:avLst/>
          </a:prstGeom>
          <a:noFill/>
          <a:ln w="12700">
            <a:solidFill>
              <a:srgbClr val="6366F1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1270000" y="46228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818C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tech stack. Measurable results. Proven impact.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0" y="8636000"/>
            <a:ext cx="203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18C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05 / 05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4064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Technology Stack — Built for the Future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5113000" y="457200"/>
            <a:ext cx="76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3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1143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818C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2800" y="1524000"/>
            <a:ext cx="2286000" cy="1270000"/>
          </a:xfrm>
          <a:prstGeom prst="rect">
            <a:avLst/>
          </a:prstGeom>
          <a:solidFill>
            <a:srgbClr val="FFFFFF">
              <a:alpha val="6275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733550" y="16510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0" y="28575"/>
                </a:moveTo>
                <a:lnTo>
                  <a:pt x="31165" y="382012"/>
                </a:lnTo>
                <a:lnTo>
                  <a:pt x="171004" y="428625"/>
                </a:lnTo>
                <a:lnTo>
                  <a:pt x="311735" y="382012"/>
                </a:lnTo>
                <a:lnTo>
                  <a:pt x="342900" y="28575"/>
                </a:lnTo>
                <a:lnTo>
                  <a:pt x="0" y="28575"/>
                </a:lnTo>
                <a:close/>
                <a:moveTo>
                  <a:pt x="275213" y="142786"/>
                </a:moveTo>
                <a:lnTo>
                  <a:pt x="111085" y="142786"/>
                </a:lnTo>
                <a:lnTo>
                  <a:pt x="114746" y="186898"/>
                </a:lnTo>
                <a:lnTo>
                  <a:pt x="271552" y="186898"/>
                </a:lnTo>
                <a:lnTo>
                  <a:pt x="259407" y="319415"/>
                </a:lnTo>
                <a:lnTo>
                  <a:pt x="171986" y="343525"/>
                </a:lnTo>
                <a:lnTo>
                  <a:pt x="171986" y="343793"/>
                </a:lnTo>
                <a:lnTo>
                  <a:pt x="171004" y="343793"/>
                </a:lnTo>
                <a:lnTo>
                  <a:pt x="82867" y="319415"/>
                </a:lnTo>
                <a:lnTo>
                  <a:pt x="77510" y="251728"/>
                </a:lnTo>
                <a:lnTo>
                  <a:pt x="120104" y="251728"/>
                </a:lnTo>
                <a:lnTo>
                  <a:pt x="123230" y="285750"/>
                </a:lnTo>
                <a:lnTo>
                  <a:pt x="171004" y="298698"/>
                </a:lnTo>
                <a:lnTo>
                  <a:pt x="218956" y="285750"/>
                </a:lnTo>
                <a:lnTo>
                  <a:pt x="224314" y="230207"/>
                </a:lnTo>
                <a:lnTo>
                  <a:pt x="75277" y="230207"/>
                </a:lnTo>
                <a:lnTo>
                  <a:pt x="63847" y="100191"/>
                </a:lnTo>
                <a:lnTo>
                  <a:pt x="279142" y="100191"/>
                </a:lnTo>
                <a:lnTo>
                  <a:pt x="275213" y="142786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812800" y="2209800"/>
            <a:ext cx="228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HTML5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02000" y="1524000"/>
            <a:ext cx="2286000" cy="1270000"/>
          </a:xfrm>
          <a:prstGeom prst="rect">
            <a:avLst/>
          </a:prstGeom>
          <a:solidFill>
            <a:srgbClr val="FFFFFF">
              <a:alpha val="6275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165600" y="165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28625" y="28575"/>
                </a:moveTo>
                <a:lnTo>
                  <a:pt x="371475" y="357188"/>
                </a:lnTo>
                <a:lnTo>
                  <a:pt x="172075" y="428625"/>
                </a:lnTo>
                <a:lnTo>
                  <a:pt x="0" y="357188"/>
                </a:lnTo>
                <a:lnTo>
                  <a:pt x="17502" y="272534"/>
                </a:lnTo>
                <a:lnTo>
                  <a:pt x="90726" y="272534"/>
                </a:lnTo>
                <a:lnTo>
                  <a:pt x="83582" y="308789"/>
                </a:lnTo>
                <a:lnTo>
                  <a:pt x="187523" y="348436"/>
                </a:lnTo>
                <a:lnTo>
                  <a:pt x="307271" y="308789"/>
                </a:lnTo>
                <a:lnTo>
                  <a:pt x="324058" y="222081"/>
                </a:lnTo>
                <a:lnTo>
                  <a:pt x="26343" y="222081"/>
                </a:lnTo>
                <a:lnTo>
                  <a:pt x="40630" y="148858"/>
                </a:lnTo>
                <a:lnTo>
                  <a:pt x="338614" y="148858"/>
                </a:lnTo>
                <a:lnTo>
                  <a:pt x="347990" y="101798"/>
                </a:lnTo>
                <a:lnTo>
                  <a:pt x="50274" y="101798"/>
                </a:lnTo>
                <a:lnTo>
                  <a:pt x="64830" y="28575"/>
                </a:lnTo>
                <a:lnTo>
                  <a:pt x="428625" y="28575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3302000" y="2209800"/>
            <a:ext cx="228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CSS3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91200" y="1524000"/>
            <a:ext cx="2286000" cy="1270000"/>
          </a:xfrm>
          <a:prstGeom prst="rect">
            <a:avLst/>
          </a:prstGeom>
          <a:solidFill>
            <a:srgbClr val="FFFFFF">
              <a:alpha val="6275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683375" y="1651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0" y="28575"/>
                </a:moveTo>
                <a:lnTo>
                  <a:pt x="0" y="428625"/>
                </a:lnTo>
                <a:lnTo>
                  <a:pt x="400050" y="428625"/>
                </a:lnTo>
                <a:lnTo>
                  <a:pt x="400050" y="28575"/>
                </a:lnTo>
                <a:lnTo>
                  <a:pt x="0" y="28575"/>
                </a:lnTo>
                <a:close/>
                <a:moveTo>
                  <a:pt x="217706" y="340578"/>
                </a:moveTo>
                <a:cubicBezTo>
                  <a:pt x="217706" y="379512"/>
                  <a:pt x="194846" y="397282"/>
                  <a:pt x="161538" y="397282"/>
                </a:cubicBezTo>
                <a:cubicBezTo>
                  <a:pt x="131445" y="397282"/>
                  <a:pt x="114032" y="381744"/>
                  <a:pt x="105102" y="362903"/>
                </a:cubicBezTo>
                <a:lnTo>
                  <a:pt x="135731" y="344418"/>
                </a:lnTo>
                <a:cubicBezTo>
                  <a:pt x="141625" y="354866"/>
                  <a:pt x="146983" y="363706"/>
                  <a:pt x="159931" y="363706"/>
                </a:cubicBezTo>
                <a:cubicBezTo>
                  <a:pt x="172254" y="363706"/>
                  <a:pt x="180112" y="358884"/>
                  <a:pt x="180112" y="340043"/>
                </a:cubicBezTo>
                <a:lnTo>
                  <a:pt x="180112" y="212259"/>
                </a:lnTo>
                <a:lnTo>
                  <a:pt x="217706" y="212259"/>
                </a:lnTo>
                <a:lnTo>
                  <a:pt x="217706" y="340578"/>
                </a:lnTo>
                <a:close/>
                <a:moveTo>
                  <a:pt x="306645" y="397282"/>
                </a:moveTo>
                <a:cubicBezTo>
                  <a:pt x="271730" y="397282"/>
                  <a:pt x="249138" y="380673"/>
                  <a:pt x="238155" y="358884"/>
                </a:cubicBezTo>
                <a:lnTo>
                  <a:pt x="268784" y="341203"/>
                </a:lnTo>
                <a:cubicBezTo>
                  <a:pt x="276820" y="354330"/>
                  <a:pt x="287357" y="364063"/>
                  <a:pt x="305842" y="364063"/>
                </a:cubicBezTo>
                <a:cubicBezTo>
                  <a:pt x="321379" y="364063"/>
                  <a:pt x="331381" y="356295"/>
                  <a:pt x="331381" y="345490"/>
                </a:cubicBezTo>
                <a:cubicBezTo>
                  <a:pt x="331381" y="332631"/>
                  <a:pt x="321201" y="328077"/>
                  <a:pt x="303967" y="320486"/>
                </a:cubicBezTo>
                <a:lnTo>
                  <a:pt x="294590" y="316468"/>
                </a:lnTo>
                <a:cubicBezTo>
                  <a:pt x="267444" y="304949"/>
                  <a:pt x="249495" y="290393"/>
                  <a:pt x="249495" y="259765"/>
                </a:cubicBezTo>
                <a:cubicBezTo>
                  <a:pt x="249495" y="231547"/>
                  <a:pt x="271016" y="210116"/>
                  <a:pt x="304502" y="210116"/>
                </a:cubicBezTo>
                <a:cubicBezTo>
                  <a:pt x="328434" y="210116"/>
                  <a:pt x="345579" y="218420"/>
                  <a:pt x="357902" y="240209"/>
                </a:cubicBezTo>
                <a:lnTo>
                  <a:pt x="328613" y="258961"/>
                </a:lnTo>
                <a:cubicBezTo>
                  <a:pt x="322183" y="247442"/>
                  <a:pt x="315218" y="242888"/>
                  <a:pt x="304413" y="242888"/>
                </a:cubicBezTo>
                <a:cubicBezTo>
                  <a:pt x="293430" y="242888"/>
                  <a:pt x="286464" y="249853"/>
                  <a:pt x="286464" y="258961"/>
                </a:cubicBezTo>
                <a:cubicBezTo>
                  <a:pt x="286464" y="270212"/>
                  <a:pt x="293430" y="274766"/>
                  <a:pt x="309592" y="281821"/>
                </a:cubicBezTo>
                <a:lnTo>
                  <a:pt x="318968" y="285839"/>
                </a:lnTo>
                <a:cubicBezTo>
                  <a:pt x="350937" y="299502"/>
                  <a:pt x="368885" y="313521"/>
                  <a:pt x="368885" y="344954"/>
                </a:cubicBezTo>
                <a:cubicBezTo>
                  <a:pt x="368885" y="378708"/>
                  <a:pt x="342275" y="397282"/>
                  <a:pt x="306645" y="397282"/>
                </a:cubicBezTo>
                <a:close/>
              </a:path>
            </a:pathLst>
          </a:custGeom>
          <a:solidFill>
            <a:srgbClr val="F7DF1E"/>
          </a:solidFill>
          <a:ln/>
        </p:spPr>
      </p:sp>
      <p:sp>
        <p:nvSpPr>
          <p:cNvPr id="13" name="Text 11"/>
          <p:cNvSpPr/>
          <p:nvPr/>
        </p:nvSpPr>
        <p:spPr>
          <a:xfrm>
            <a:off x="5791200" y="2209800"/>
            <a:ext cx="228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JavaScript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80400" y="1524000"/>
            <a:ext cx="2286000" cy="1270000"/>
          </a:xfrm>
          <a:prstGeom prst="rect">
            <a:avLst/>
          </a:prstGeom>
          <a:solidFill>
            <a:srgbClr val="FFFFFF">
              <a:alpha val="6275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0" y="165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73440" y="158234"/>
                </a:moveTo>
                <a:cubicBezTo>
                  <a:pt x="368618" y="156627"/>
                  <a:pt x="363795" y="155109"/>
                  <a:pt x="358973" y="153680"/>
                </a:cubicBezTo>
                <a:cubicBezTo>
                  <a:pt x="359777" y="150376"/>
                  <a:pt x="360491" y="147072"/>
                  <a:pt x="361206" y="143768"/>
                </a:cubicBezTo>
                <a:cubicBezTo>
                  <a:pt x="372189" y="90547"/>
                  <a:pt x="364956" y="47774"/>
                  <a:pt x="340578" y="33665"/>
                </a:cubicBezTo>
                <a:cubicBezTo>
                  <a:pt x="317093" y="20181"/>
                  <a:pt x="278785" y="34201"/>
                  <a:pt x="240030" y="67955"/>
                </a:cubicBezTo>
                <a:cubicBezTo>
                  <a:pt x="236190" y="71259"/>
                  <a:pt x="232440" y="74741"/>
                  <a:pt x="228868" y="78224"/>
                </a:cubicBezTo>
                <a:cubicBezTo>
                  <a:pt x="226457" y="75902"/>
                  <a:pt x="223957" y="73581"/>
                  <a:pt x="221456" y="71348"/>
                </a:cubicBezTo>
                <a:cubicBezTo>
                  <a:pt x="180826" y="35272"/>
                  <a:pt x="140107" y="20092"/>
                  <a:pt x="115729" y="34290"/>
                </a:cubicBezTo>
                <a:cubicBezTo>
                  <a:pt x="92333" y="47863"/>
                  <a:pt x="85368" y="88136"/>
                  <a:pt x="95190" y="138499"/>
                </a:cubicBezTo>
                <a:cubicBezTo>
                  <a:pt x="96173" y="143500"/>
                  <a:pt x="97244" y="148411"/>
                  <a:pt x="98494" y="153412"/>
                </a:cubicBezTo>
                <a:cubicBezTo>
                  <a:pt x="92779" y="155019"/>
                  <a:pt x="87154" y="156805"/>
                  <a:pt x="81885" y="158681"/>
                </a:cubicBezTo>
                <a:cubicBezTo>
                  <a:pt x="34201" y="175200"/>
                  <a:pt x="0" y="201275"/>
                  <a:pt x="0" y="228243"/>
                </a:cubicBezTo>
                <a:cubicBezTo>
                  <a:pt x="0" y="256103"/>
                  <a:pt x="36433" y="284053"/>
                  <a:pt x="85993" y="301020"/>
                </a:cubicBezTo>
                <a:cubicBezTo>
                  <a:pt x="90011" y="302359"/>
                  <a:pt x="94030" y="303699"/>
                  <a:pt x="98137" y="304860"/>
                </a:cubicBezTo>
                <a:cubicBezTo>
                  <a:pt x="96798" y="310217"/>
                  <a:pt x="95637" y="315486"/>
                  <a:pt x="94565" y="320933"/>
                </a:cubicBezTo>
                <a:cubicBezTo>
                  <a:pt x="85189" y="370493"/>
                  <a:pt x="92512" y="409783"/>
                  <a:pt x="115907" y="423267"/>
                </a:cubicBezTo>
                <a:cubicBezTo>
                  <a:pt x="140017" y="437198"/>
                  <a:pt x="180558" y="422910"/>
                  <a:pt x="220027" y="388352"/>
                </a:cubicBezTo>
                <a:cubicBezTo>
                  <a:pt x="223153" y="385584"/>
                  <a:pt x="226278" y="382726"/>
                  <a:pt x="229404" y="379690"/>
                </a:cubicBezTo>
                <a:cubicBezTo>
                  <a:pt x="233333" y="383530"/>
                  <a:pt x="237440" y="387191"/>
                  <a:pt x="241548" y="390763"/>
                </a:cubicBezTo>
                <a:cubicBezTo>
                  <a:pt x="279767" y="423624"/>
                  <a:pt x="317540" y="436930"/>
                  <a:pt x="340846" y="423446"/>
                </a:cubicBezTo>
                <a:cubicBezTo>
                  <a:pt x="364956" y="409515"/>
                  <a:pt x="372814" y="367278"/>
                  <a:pt x="362635" y="315843"/>
                </a:cubicBezTo>
                <a:cubicBezTo>
                  <a:pt x="361831" y="311914"/>
                  <a:pt x="360938" y="307896"/>
                  <a:pt x="359956" y="303788"/>
                </a:cubicBezTo>
                <a:cubicBezTo>
                  <a:pt x="362813" y="302984"/>
                  <a:pt x="365581" y="302091"/>
                  <a:pt x="368350" y="301198"/>
                </a:cubicBezTo>
                <a:cubicBezTo>
                  <a:pt x="419874" y="284143"/>
                  <a:pt x="457200" y="256550"/>
                  <a:pt x="457200" y="228243"/>
                </a:cubicBezTo>
                <a:cubicBezTo>
                  <a:pt x="457200" y="201186"/>
                  <a:pt x="422017" y="174933"/>
                  <a:pt x="373440" y="158234"/>
                </a:cubicBezTo>
                <a:close/>
                <a:moveTo>
                  <a:pt x="252621" y="82421"/>
                </a:moveTo>
                <a:cubicBezTo>
                  <a:pt x="285839" y="53489"/>
                  <a:pt x="316825" y="42148"/>
                  <a:pt x="330934" y="50274"/>
                </a:cubicBezTo>
                <a:cubicBezTo>
                  <a:pt x="346025" y="58936"/>
                  <a:pt x="351830" y="93940"/>
                  <a:pt x="342364" y="139928"/>
                </a:cubicBezTo>
                <a:cubicBezTo>
                  <a:pt x="341739" y="142964"/>
                  <a:pt x="341114" y="145911"/>
                  <a:pt x="340310" y="148858"/>
                </a:cubicBezTo>
                <a:cubicBezTo>
                  <a:pt x="320486" y="144393"/>
                  <a:pt x="300395" y="141178"/>
                  <a:pt x="280214" y="139392"/>
                </a:cubicBezTo>
                <a:cubicBezTo>
                  <a:pt x="268605" y="122783"/>
                  <a:pt x="255925" y="106888"/>
                  <a:pt x="242173" y="91976"/>
                </a:cubicBezTo>
                <a:cubicBezTo>
                  <a:pt x="245656" y="88672"/>
                  <a:pt x="249049" y="85546"/>
                  <a:pt x="252621" y="82421"/>
                </a:cubicBezTo>
                <a:close/>
                <a:moveTo>
                  <a:pt x="149304" y="274588"/>
                </a:moveTo>
                <a:cubicBezTo>
                  <a:pt x="153859" y="282357"/>
                  <a:pt x="158502" y="290126"/>
                  <a:pt x="163413" y="297716"/>
                </a:cubicBezTo>
                <a:cubicBezTo>
                  <a:pt x="149483" y="296198"/>
                  <a:pt x="135642" y="293965"/>
                  <a:pt x="121980" y="291019"/>
                </a:cubicBezTo>
                <a:cubicBezTo>
                  <a:pt x="125909" y="278160"/>
                  <a:pt x="130820" y="264855"/>
                  <a:pt x="136535" y="251281"/>
                </a:cubicBezTo>
                <a:cubicBezTo>
                  <a:pt x="140643" y="259140"/>
                  <a:pt x="144840" y="266908"/>
                  <a:pt x="149304" y="274588"/>
                </a:cubicBezTo>
                <a:close/>
                <a:moveTo>
                  <a:pt x="122247" y="167164"/>
                </a:moveTo>
                <a:cubicBezTo>
                  <a:pt x="135106" y="164306"/>
                  <a:pt x="148769" y="161985"/>
                  <a:pt x="162967" y="160199"/>
                </a:cubicBezTo>
                <a:cubicBezTo>
                  <a:pt x="158234" y="167610"/>
                  <a:pt x="153591" y="175200"/>
                  <a:pt x="149215" y="182880"/>
                </a:cubicBezTo>
                <a:cubicBezTo>
                  <a:pt x="144840" y="190470"/>
                  <a:pt x="140553" y="198239"/>
                  <a:pt x="136535" y="206097"/>
                </a:cubicBezTo>
                <a:cubicBezTo>
                  <a:pt x="130909" y="192792"/>
                  <a:pt x="126176" y="179755"/>
                  <a:pt x="122247" y="167164"/>
                </a:cubicBezTo>
                <a:close/>
                <a:moveTo>
                  <a:pt x="146715" y="228689"/>
                </a:moveTo>
                <a:cubicBezTo>
                  <a:pt x="152608" y="216366"/>
                  <a:pt x="159038" y="204311"/>
                  <a:pt x="165824" y="192435"/>
                </a:cubicBezTo>
                <a:cubicBezTo>
                  <a:pt x="172611" y="180558"/>
                  <a:pt x="179933" y="169039"/>
                  <a:pt x="187613" y="157698"/>
                </a:cubicBezTo>
                <a:cubicBezTo>
                  <a:pt x="201007" y="156716"/>
                  <a:pt x="214670" y="156180"/>
                  <a:pt x="228600" y="156180"/>
                </a:cubicBezTo>
                <a:cubicBezTo>
                  <a:pt x="242530" y="156180"/>
                  <a:pt x="256282" y="156716"/>
                  <a:pt x="269587" y="157698"/>
                </a:cubicBezTo>
                <a:cubicBezTo>
                  <a:pt x="277178" y="168950"/>
                  <a:pt x="284411" y="180469"/>
                  <a:pt x="291286" y="192256"/>
                </a:cubicBezTo>
                <a:cubicBezTo>
                  <a:pt x="298162" y="204043"/>
                  <a:pt x="304592" y="216098"/>
                  <a:pt x="310664" y="228332"/>
                </a:cubicBezTo>
                <a:cubicBezTo>
                  <a:pt x="304681" y="240655"/>
                  <a:pt x="298252" y="252799"/>
                  <a:pt x="291376" y="264765"/>
                </a:cubicBezTo>
                <a:cubicBezTo>
                  <a:pt x="284589" y="276642"/>
                  <a:pt x="277356" y="288161"/>
                  <a:pt x="269766" y="299591"/>
                </a:cubicBezTo>
                <a:cubicBezTo>
                  <a:pt x="256461" y="300573"/>
                  <a:pt x="242620" y="301020"/>
                  <a:pt x="228600" y="301020"/>
                </a:cubicBezTo>
                <a:cubicBezTo>
                  <a:pt x="214580" y="301020"/>
                  <a:pt x="201007" y="300573"/>
                  <a:pt x="187881" y="299770"/>
                </a:cubicBezTo>
                <a:cubicBezTo>
                  <a:pt x="180112" y="288429"/>
                  <a:pt x="172789" y="276820"/>
                  <a:pt x="165914" y="264944"/>
                </a:cubicBezTo>
                <a:cubicBezTo>
                  <a:pt x="159038" y="253067"/>
                  <a:pt x="152698" y="241012"/>
                  <a:pt x="146715" y="228689"/>
                </a:cubicBezTo>
                <a:close/>
                <a:moveTo>
                  <a:pt x="307985" y="274409"/>
                </a:moveTo>
                <a:cubicBezTo>
                  <a:pt x="312539" y="266551"/>
                  <a:pt x="316825" y="258604"/>
                  <a:pt x="321022" y="250567"/>
                </a:cubicBezTo>
                <a:cubicBezTo>
                  <a:pt x="326737" y="263515"/>
                  <a:pt x="331738" y="276642"/>
                  <a:pt x="336113" y="290126"/>
                </a:cubicBezTo>
                <a:cubicBezTo>
                  <a:pt x="322272" y="293251"/>
                  <a:pt x="308253" y="295662"/>
                  <a:pt x="294144" y="297269"/>
                </a:cubicBezTo>
                <a:cubicBezTo>
                  <a:pt x="298966" y="289768"/>
                  <a:pt x="303520" y="282089"/>
                  <a:pt x="307985" y="274409"/>
                </a:cubicBezTo>
                <a:close/>
                <a:moveTo>
                  <a:pt x="320844" y="206097"/>
                </a:moveTo>
                <a:cubicBezTo>
                  <a:pt x="316647" y="198239"/>
                  <a:pt x="312360" y="190381"/>
                  <a:pt x="307896" y="182701"/>
                </a:cubicBezTo>
                <a:cubicBezTo>
                  <a:pt x="303520" y="175111"/>
                  <a:pt x="298966" y="167610"/>
                  <a:pt x="294233" y="160199"/>
                </a:cubicBezTo>
                <a:cubicBezTo>
                  <a:pt x="308610" y="161985"/>
                  <a:pt x="322362" y="164396"/>
                  <a:pt x="335220" y="167342"/>
                </a:cubicBezTo>
                <a:cubicBezTo>
                  <a:pt x="331113" y="180558"/>
                  <a:pt x="326291" y="193417"/>
                  <a:pt x="320844" y="206097"/>
                </a:cubicBezTo>
                <a:close/>
                <a:moveTo>
                  <a:pt x="228779" y="105638"/>
                </a:moveTo>
                <a:cubicBezTo>
                  <a:pt x="238155" y="115818"/>
                  <a:pt x="246995" y="126534"/>
                  <a:pt x="255210" y="137606"/>
                </a:cubicBezTo>
                <a:cubicBezTo>
                  <a:pt x="237530" y="136803"/>
                  <a:pt x="219760" y="136803"/>
                  <a:pt x="202079" y="137606"/>
                </a:cubicBezTo>
                <a:cubicBezTo>
                  <a:pt x="210830" y="126087"/>
                  <a:pt x="219849" y="115372"/>
                  <a:pt x="228779" y="105638"/>
                </a:cubicBezTo>
                <a:close/>
                <a:moveTo>
                  <a:pt x="125194" y="50899"/>
                </a:moveTo>
                <a:cubicBezTo>
                  <a:pt x="140196" y="42148"/>
                  <a:pt x="173504" y="54650"/>
                  <a:pt x="208598" y="85725"/>
                </a:cubicBezTo>
                <a:cubicBezTo>
                  <a:pt x="210830" y="87690"/>
                  <a:pt x="213062" y="89833"/>
                  <a:pt x="215384" y="91976"/>
                </a:cubicBezTo>
                <a:cubicBezTo>
                  <a:pt x="201543" y="106888"/>
                  <a:pt x="188774" y="122783"/>
                  <a:pt x="177076" y="139392"/>
                </a:cubicBezTo>
                <a:cubicBezTo>
                  <a:pt x="156895" y="141178"/>
                  <a:pt x="136892" y="144304"/>
                  <a:pt x="117068" y="148679"/>
                </a:cubicBezTo>
                <a:cubicBezTo>
                  <a:pt x="115907" y="144125"/>
                  <a:pt x="114925" y="139482"/>
                  <a:pt x="113943" y="134838"/>
                </a:cubicBezTo>
                <a:cubicBezTo>
                  <a:pt x="105549" y="91619"/>
                  <a:pt x="111085" y="59025"/>
                  <a:pt x="125194" y="50899"/>
                </a:cubicBezTo>
                <a:close/>
                <a:moveTo>
                  <a:pt x="103316" y="286286"/>
                </a:moveTo>
                <a:cubicBezTo>
                  <a:pt x="99566" y="285214"/>
                  <a:pt x="95905" y="284053"/>
                  <a:pt x="92244" y="282803"/>
                </a:cubicBezTo>
                <a:cubicBezTo>
                  <a:pt x="73223" y="276820"/>
                  <a:pt x="51614" y="267355"/>
                  <a:pt x="35987" y="254943"/>
                </a:cubicBezTo>
                <a:cubicBezTo>
                  <a:pt x="26968" y="248692"/>
                  <a:pt x="20895" y="239048"/>
                  <a:pt x="19199" y="228243"/>
                </a:cubicBezTo>
                <a:cubicBezTo>
                  <a:pt x="19199" y="211901"/>
                  <a:pt x="47417" y="191006"/>
                  <a:pt x="88136" y="176808"/>
                </a:cubicBezTo>
                <a:cubicBezTo>
                  <a:pt x="93226" y="175022"/>
                  <a:pt x="98405" y="173415"/>
                  <a:pt x="103584" y="171896"/>
                </a:cubicBezTo>
                <a:cubicBezTo>
                  <a:pt x="109657" y="191274"/>
                  <a:pt x="116979" y="210294"/>
                  <a:pt x="125462" y="228689"/>
                </a:cubicBezTo>
                <a:cubicBezTo>
                  <a:pt x="116890" y="247352"/>
                  <a:pt x="109478" y="266640"/>
                  <a:pt x="103316" y="286286"/>
                </a:cubicBezTo>
                <a:close/>
                <a:moveTo>
                  <a:pt x="207437" y="373797"/>
                </a:moveTo>
                <a:cubicBezTo>
                  <a:pt x="192703" y="387281"/>
                  <a:pt x="175647" y="397996"/>
                  <a:pt x="157073" y="405319"/>
                </a:cubicBezTo>
                <a:cubicBezTo>
                  <a:pt x="147161" y="410051"/>
                  <a:pt x="135731" y="410498"/>
                  <a:pt x="125551" y="406479"/>
                </a:cubicBezTo>
                <a:cubicBezTo>
                  <a:pt x="111353" y="398264"/>
                  <a:pt x="105460" y="366742"/>
                  <a:pt x="113496" y="324326"/>
                </a:cubicBezTo>
                <a:cubicBezTo>
                  <a:pt x="114479" y="319326"/>
                  <a:pt x="115550" y="314325"/>
                  <a:pt x="116800" y="309414"/>
                </a:cubicBezTo>
                <a:cubicBezTo>
                  <a:pt x="136803" y="313700"/>
                  <a:pt x="156984" y="316647"/>
                  <a:pt x="177433" y="318165"/>
                </a:cubicBezTo>
                <a:cubicBezTo>
                  <a:pt x="189220" y="334863"/>
                  <a:pt x="202168" y="350847"/>
                  <a:pt x="216009" y="365849"/>
                </a:cubicBezTo>
                <a:cubicBezTo>
                  <a:pt x="213152" y="368618"/>
                  <a:pt x="210294" y="371296"/>
                  <a:pt x="207437" y="373797"/>
                </a:cubicBezTo>
                <a:close/>
                <a:moveTo>
                  <a:pt x="229314" y="352098"/>
                </a:moveTo>
                <a:cubicBezTo>
                  <a:pt x="220206" y="342275"/>
                  <a:pt x="211098" y="331381"/>
                  <a:pt x="202257" y="319683"/>
                </a:cubicBezTo>
                <a:cubicBezTo>
                  <a:pt x="210830" y="320040"/>
                  <a:pt x="219670" y="320219"/>
                  <a:pt x="228600" y="320219"/>
                </a:cubicBezTo>
                <a:cubicBezTo>
                  <a:pt x="237798" y="320219"/>
                  <a:pt x="246817" y="320040"/>
                  <a:pt x="255746" y="319594"/>
                </a:cubicBezTo>
                <a:cubicBezTo>
                  <a:pt x="247531" y="330934"/>
                  <a:pt x="238691" y="341739"/>
                  <a:pt x="229314" y="352098"/>
                </a:cubicBezTo>
                <a:close/>
                <a:moveTo>
                  <a:pt x="346025" y="378887"/>
                </a:moveTo>
                <a:cubicBezTo>
                  <a:pt x="345222" y="389781"/>
                  <a:pt x="339864" y="399961"/>
                  <a:pt x="331291" y="406837"/>
                </a:cubicBezTo>
                <a:cubicBezTo>
                  <a:pt x="317093" y="415052"/>
                  <a:pt x="286822" y="404336"/>
                  <a:pt x="254139" y="376297"/>
                </a:cubicBezTo>
                <a:cubicBezTo>
                  <a:pt x="250388" y="373082"/>
                  <a:pt x="246638" y="369600"/>
                  <a:pt x="242798" y="366028"/>
                </a:cubicBezTo>
                <a:cubicBezTo>
                  <a:pt x="256461" y="350937"/>
                  <a:pt x="269051" y="334953"/>
                  <a:pt x="280481" y="318165"/>
                </a:cubicBezTo>
                <a:cubicBezTo>
                  <a:pt x="300930" y="316468"/>
                  <a:pt x="321290" y="313343"/>
                  <a:pt x="341382" y="308789"/>
                </a:cubicBezTo>
                <a:cubicBezTo>
                  <a:pt x="342275" y="312450"/>
                  <a:pt x="343079" y="316111"/>
                  <a:pt x="343793" y="319683"/>
                </a:cubicBezTo>
                <a:cubicBezTo>
                  <a:pt x="348169" y="338971"/>
                  <a:pt x="348883" y="359063"/>
                  <a:pt x="346025" y="378887"/>
                </a:cubicBezTo>
                <a:close/>
                <a:moveTo>
                  <a:pt x="362277" y="282893"/>
                </a:moveTo>
                <a:cubicBezTo>
                  <a:pt x="359777" y="283696"/>
                  <a:pt x="357277" y="284500"/>
                  <a:pt x="354687" y="285214"/>
                </a:cubicBezTo>
                <a:cubicBezTo>
                  <a:pt x="348436" y="265748"/>
                  <a:pt x="340757" y="246727"/>
                  <a:pt x="331916" y="228243"/>
                </a:cubicBezTo>
                <a:cubicBezTo>
                  <a:pt x="340489" y="210026"/>
                  <a:pt x="347722" y="191274"/>
                  <a:pt x="353794" y="172075"/>
                </a:cubicBezTo>
                <a:cubicBezTo>
                  <a:pt x="358438" y="173415"/>
                  <a:pt x="362903" y="174843"/>
                  <a:pt x="367189" y="176272"/>
                </a:cubicBezTo>
                <a:cubicBezTo>
                  <a:pt x="408801" y="190560"/>
                  <a:pt x="438001" y="211812"/>
                  <a:pt x="438001" y="228064"/>
                </a:cubicBezTo>
                <a:cubicBezTo>
                  <a:pt x="438001" y="245566"/>
                  <a:pt x="406837" y="268159"/>
                  <a:pt x="362277" y="282893"/>
                </a:cubicBezTo>
                <a:close/>
                <a:moveTo>
                  <a:pt x="228600" y="269498"/>
                </a:moveTo>
                <a:cubicBezTo>
                  <a:pt x="251172" y="269498"/>
                  <a:pt x="269498" y="251172"/>
                  <a:pt x="269498" y="228600"/>
                </a:cubicBezTo>
                <a:cubicBezTo>
                  <a:pt x="269498" y="206028"/>
                  <a:pt x="251172" y="187702"/>
                  <a:pt x="228600" y="187702"/>
                </a:cubicBezTo>
                <a:cubicBezTo>
                  <a:pt x="206028" y="187702"/>
                  <a:pt x="187702" y="206028"/>
                  <a:pt x="187702" y="228600"/>
                </a:cubicBezTo>
                <a:cubicBezTo>
                  <a:pt x="187702" y="251172"/>
                  <a:pt x="206028" y="269498"/>
                  <a:pt x="228600" y="269498"/>
                </a:cubicBezTo>
                <a:close/>
              </a:path>
            </a:pathLst>
          </a:custGeom>
          <a:solidFill>
            <a:srgbClr val="61DAFB"/>
          </a:solidFill>
          <a:ln/>
        </p:spPr>
      </p:sp>
      <p:sp>
        <p:nvSpPr>
          <p:cNvPr id="16" name="Text 14"/>
          <p:cNvSpPr/>
          <p:nvPr/>
        </p:nvSpPr>
        <p:spPr>
          <a:xfrm>
            <a:off x="8280400" y="2209800"/>
            <a:ext cx="228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2800" y="3048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818C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2800" y="3429000"/>
            <a:ext cx="2286000" cy="1270000"/>
          </a:xfrm>
          <a:prstGeom prst="rect">
            <a:avLst/>
          </a:prstGeom>
          <a:solidFill>
            <a:srgbClr val="FFFFFF">
              <a:alpha val="6275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619250" y="35560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282446" y="403622"/>
                </a:moveTo>
                <a:cubicBezTo>
                  <a:pt x="280571" y="403622"/>
                  <a:pt x="278696" y="403086"/>
                  <a:pt x="276999" y="402193"/>
                </a:cubicBezTo>
                <a:lnTo>
                  <a:pt x="259854" y="392013"/>
                </a:lnTo>
                <a:cubicBezTo>
                  <a:pt x="257264" y="390585"/>
                  <a:pt x="258514" y="390049"/>
                  <a:pt x="259407" y="389781"/>
                </a:cubicBezTo>
                <a:cubicBezTo>
                  <a:pt x="262801" y="388620"/>
                  <a:pt x="263515" y="388352"/>
                  <a:pt x="267176" y="386209"/>
                </a:cubicBezTo>
                <a:cubicBezTo>
                  <a:pt x="267533" y="386030"/>
                  <a:pt x="268069" y="386120"/>
                  <a:pt x="268426" y="386298"/>
                </a:cubicBezTo>
                <a:lnTo>
                  <a:pt x="281642" y="394156"/>
                </a:lnTo>
                <a:cubicBezTo>
                  <a:pt x="282089" y="394424"/>
                  <a:pt x="282803" y="394424"/>
                  <a:pt x="283250" y="394156"/>
                </a:cubicBezTo>
                <a:lnTo>
                  <a:pt x="334863" y="364331"/>
                </a:lnTo>
                <a:cubicBezTo>
                  <a:pt x="335310" y="364063"/>
                  <a:pt x="335667" y="363528"/>
                  <a:pt x="335667" y="362903"/>
                </a:cubicBezTo>
                <a:lnTo>
                  <a:pt x="335667" y="303341"/>
                </a:lnTo>
                <a:cubicBezTo>
                  <a:pt x="335667" y="302716"/>
                  <a:pt x="335399" y="302181"/>
                  <a:pt x="334863" y="301913"/>
                </a:cubicBezTo>
                <a:lnTo>
                  <a:pt x="283250" y="272177"/>
                </a:lnTo>
                <a:cubicBezTo>
                  <a:pt x="282803" y="271909"/>
                  <a:pt x="282178" y="271909"/>
                  <a:pt x="281642" y="272177"/>
                </a:cubicBezTo>
                <a:lnTo>
                  <a:pt x="230029" y="301913"/>
                </a:lnTo>
                <a:cubicBezTo>
                  <a:pt x="229493" y="302181"/>
                  <a:pt x="229225" y="302806"/>
                  <a:pt x="229225" y="303341"/>
                </a:cubicBezTo>
                <a:lnTo>
                  <a:pt x="229225" y="362903"/>
                </a:lnTo>
                <a:cubicBezTo>
                  <a:pt x="229225" y="363438"/>
                  <a:pt x="229582" y="363974"/>
                  <a:pt x="230029" y="364242"/>
                </a:cubicBezTo>
                <a:lnTo>
                  <a:pt x="244138" y="372368"/>
                </a:lnTo>
                <a:cubicBezTo>
                  <a:pt x="251817" y="376208"/>
                  <a:pt x="256550" y="371654"/>
                  <a:pt x="256550" y="367189"/>
                </a:cubicBezTo>
                <a:lnTo>
                  <a:pt x="256550" y="308342"/>
                </a:lnTo>
                <a:cubicBezTo>
                  <a:pt x="256550" y="307538"/>
                  <a:pt x="257175" y="306824"/>
                  <a:pt x="258068" y="306824"/>
                </a:cubicBezTo>
                <a:lnTo>
                  <a:pt x="264587" y="306824"/>
                </a:lnTo>
                <a:cubicBezTo>
                  <a:pt x="265390" y="306824"/>
                  <a:pt x="266105" y="307449"/>
                  <a:pt x="266105" y="308342"/>
                </a:cubicBezTo>
                <a:lnTo>
                  <a:pt x="266105" y="367189"/>
                </a:lnTo>
                <a:cubicBezTo>
                  <a:pt x="266105" y="377458"/>
                  <a:pt x="260568" y="383262"/>
                  <a:pt x="250835" y="383262"/>
                </a:cubicBezTo>
                <a:cubicBezTo>
                  <a:pt x="247888" y="383262"/>
                  <a:pt x="245477" y="383262"/>
                  <a:pt x="238958" y="380047"/>
                </a:cubicBezTo>
                <a:lnTo>
                  <a:pt x="225385" y="372279"/>
                </a:lnTo>
                <a:cubicBezTo>
                  <a:pt x="222081" y="370314"/>
                  <a:pt x="219938" y="366742"/>
                  <a:pt x="219938" y="362902"/>
                </a:cubicBezTo>
                <a:lnTo>
                  <a:pt x="219938" y="303341"/>
                </a:lnTo>
                <a:cubicBezTo>
                  <a:pt x="219938" y="299502"/>
                  <a:pt x="221992" y="295841"/>
                  <a:pt x="225385" y="293965"/>
                </a:cubicBezTo>
                <a:lnTo>
                  <a:pt x="276999" y="264140"/>
                </a:lnTo>
                <a:cubicBezTo>
                  <a:pt x="280303" y="262265"/>
                  <a:pt x="284589" y="262265"/>
                  <a:pt x="287804" y="264140"/>
                </a:cubicBezTo>
                <a:lnTo>
                  <a:pt x="339417" y="293965"/>
                </a:lnTo>
                <a:cubicBezTo>
                  <a:pt x="342721" y="295930"/>
                  <a:pt x="344865" y="299502"/>
                  <a:pt x="344865" y="303341"/>
                </a:cubicBezTo>
                <a:lnTo>
                  <a:pt x="344865" y="362902"/>
                </a:lnTo>
                <a:cubicBezTo>
                  <a:pt x="344865" y="366742"/>
                  <a:pt x="342811" y="370403"/>
                  <a:pt x="339417" y="372279"/>
                </a:cubicBezTo>
                <a:lnTo>
                  <a:pt x="287804" y="402104"/>
                </a:lnTo>
                <a:cubicBezTo>
                  <a:pt x="286286" y="403086"/>
                  <a:pt x="284411" y="403622"/>
                  <a:pt x="282446" y="403622"/>
                </a:cubicBezTo>
                <a:close/>
                <a:moveTo>
                  <a:pt x="324148" y="344865"/>
                </a:moveTo>
                <a:cubicBezTo>
                  <a:pt x="324148" y="333702"/>
                  <a:pt x="316647" y="330756"/>
                  <a:pt x="300752" y="328613"/>
                </a:cubicBezTo>
                <a:cubicBezTo>
                  <a:pt x="284678" y="326469"/>
                  <a:pt x="283071" y="325398"/>
                  <a:pt x="283071" y="321647"/>
                </a:cubicBezTo>
                <a:cubicBezTo>
                  <a:pt x="283071" y="318522"/>
                  <a:pt x="284411" y="314414"/>
                  <a:pt x="296287" y="314414"/>
                </a:cubicBezTo>
                <a:cubicBezTo>
                  <a:pt x="306913" y="314414"/>
                  <a:pt x="310842" y="316736"/>
                  <a:pt x="312450" y="323880"/>
                </a:cubicBezTo>
                <a:cubicBezTo>
                  <a:pt x="312628" y="324594"/>
                  <a:pt x="313164" y="325041"/>
                  <a:pt x="313879" y="325041"/>
                </a:cubicBezTo>
                <a:lnTo>
                  <a:pt x="320576" y="325041"/>
                </a:lnTo>
                <a:cubicBezTo>
                  <a:pt x="321022" y="325041"/>
                  <a:pt x="321379" y="324862"/>
                  <a:pt x="321647" y="324594"/>
                </a:cubicBezTo>
                <a:cubicBezTo>
                  <a:pt x="321915" y="324237"/>
                  <a:pt x="322094" y="323880"/>
                  <a:pt x="322005" y="323433"/>
                </a:cubicBezTo>
                <a:cubicBezTo>
                  <a:pt x="320933" y="311110"/>
                  <a:pt x="312807" y="305395"/>
                  <a:pt x="296287" y="305395"/>
                </a:cubicBezTo>
                <a:cubicBezTo>
                  <a:pt x="281553" y="305395"/>
                  <a:pt x="272802" y="311646"/>
                  <a:pt x="272802" y="322005"/>
                </a:cubicBezTo>
                <a:cubicBezTo>
                  <a:pt x="272802" y="333345"/>
                  <a:pt x="281553" y="336381"/>
                  <a:pt x="295662" y="337810"/>
                </a:cubicBezTo>
                <a:cubicBezTo>
                  <a:pt x="312539" y="339507"/>
                  <a:pt x="313879" y="341918"/>
                  <a:pt x="313879" y="345222"/>
                </a:cubicBezTo>
                <a:cubicBezTo>
                  <a:pt x="313879" y="351026"/>
                  <a:pt x="309235" y="353437"/>
                  <a:pt x="298341" y="353437"/>
                </a:cubicBezTo>
                <a:cubicBezTo>
                  <a:pt x="284678" y="353437"/>
                  <a:pt x="281642" y="350044"/>
                  <a:pt x="280660" y="343257"/>
                </a:cubicBezTo>
                <a:cubicBezTo>
                  <a:pt x="280571" y="342543"/>
                  <a:pt x="279946" y="342007"/>
                  <a:pt x="279142" y="342007"/>
                </a:cubicBezTo>
                <a:lnTo>
                  <a:pt x="272445" y="342007"/>
                </a:lnTo>
                <a:cubicBezTo>
                  <a:pt x="271641" y="342007"/>
                  <a:pt x="270927" y="342632"/>
                  <a:pt x="270927" y="343525"/>
                </a:cubicBezTo>
                <a:cubicBezTo>
                  <a:pt x="270927" y="352187"/>
                  <a:pt x="275659" y="362545"/>
                  <a:pt x="298252" y="362545"/>
                </a:cubicBezTo>
                <a:cubicBezTo>
                  <a:pt x="314771" y="362545"/>
                  <a:pt x="324148" y="356116"/>
                  <a:pt x="324148" y="344865"/>
                </a:cubicBezTo>
                <a:close/>
                <a:moveTo>
                  <a:pt x="372814" y="300127"/>
                </a:moveTo>
                <a:cubicBezTo>
                  <a:pt x="372814" y="305574"/>
                  <a:pt x="368350" y="310039"/>
                  <a:pt x="362903" y="310039"/>
                </a:cubicBezTo>
                <a:cubicBezTo>
                  <a:pt x="357455" y="310039"/>
                  <a:pt x="352991" y="305574"/>
                  <a:pt x="352991" y="300127"/>
                </a:cubicBezTo>
                <a:cubicBezTo>
                  <a:pt x="352991" y="294501"/>
                  <a:pt x="357634" y="290215"/>
                  <a:pt x="362903" y="290215"/>
                </a:cubicBezTo>
                <a:cubicBezTo>
                  <a:pt x="368260" y="290126"/>
                  <a:pt x="372814" y="294501"/>
                  <a:pt x="372814" y="300127"/>
                </a:cubicBezTo>
                <a:close/>
                <a:moveTo>
                  <a:pt x="371207" y="300127"/>
                </a:moveTo>
                <a:cubicBezTo>
                  <a:pt x="371207" y="295483"/>
                  <a:pt x="367457" y="291822"/>
                  <a:pt x="362813" y="291822"/>
                </a:cubicBezTo>
                <a:cubicBezTo>
                  <a:pt x="358259" y="291822"/>
                  <a:pt x="354509" y="295483"/>
                  <a:pt x="354509" y="300127"/>
                </a:cubicBezTo>
                <a:cubicBezTo>
                  <a:pt x="354509" y="304770"/>
                  <a:pt x="358259" y="308521"/>
                  <a:pt x="362813" y="308521"/>
                </a:cubicBezTo>
                <a:cubicBezTo>
                  <a:pt x="367457" y="308431"/>
                  <a:pt x="371207" y="304681"/>
                  <a:pt x="371207" y="300127"/>
                </a:cubicBezTo>
                <a:close/>
                <a:moveTo>
                  <a:pt x="367189" y="305663"/>
                </a:moveTo>
                <a:lnTo>
                  <a:pt x="364867" y="305663"/>
                </a:lnTo>
                <a:cubicBezTo>
                  <a:pt x="364778" y="305127"/>
                  <a:pt x="364421" y="302270"/>
                  <a:pt x="364421" y="302181"/>
                </a:cubicBezTo>
                <a:cubicBezTo>
                  <a:pt x="364242" y="301556"/>
                  <a:pt x="364063" y="301198"/>
                  <a:pt x="363260" y="301198"/>
                </a:cubicBezTo>
                <a:lnTo>
                  <a:pt x="361295" y="301198"/>
                </a:lnTo>
                <a:lnTo>
                  <a:pt x="361295" y="305663"/>
                </a:lnTo>
                <a:lnTo>
                  <a:pt x="359152" y="305663"/>
                </a:lnTo>
                <a:lnTo>
                  <a:pt x="359152" y="294501"/>
                </a:lnTo>
                <a:lnTo>
                  <a:pt x="362992" y="294501"/>
                </a:lnTo>
                <a:cubicBezTo>
                  <a:pt x="364331" y="294501"/>
                  <a:pt x="366921" y="294501"/>
                  <a:pt x="366921" y="297448"/>
                </a:cubicBezTo>
                <a:cubicBezTo>
                  <a:pt x="366921" y="299502"/>
                  <a:pt x="365581" y="299948"/>
                  <a:pt x="364778" y="300216"/>
                </a:cubicBezTo>
                <a:cubicBezTo>
                  <a:pt x="366296" y="300305"/>
                  <a:pt x="366385" y="301288"/>
                  <a:pt x="366653" y="302716"/>
                </a:cubicBezTo>
                <a:cubicBezTo>
                  <a:pt x="366742" y="303609"/>
                  <a:pt x="366921" y="305127"/>
                  <a:pt x="367189" y="305663"/>
                </a:cubicBezTo>
                <a:close/>
                <a:moveTo>
                  <a:pt x="364688" y="297805"/>
                </a:moveTo>
                <a:cubicBezTo>
                  <a:pt x="364688" y="296287"/>
                  <a:pt x="363617" y="296287"/>
                  <a:pt x="363081" y="296287"/>
                </a:cubicBezTo>
                <a:lnTo>
                  <a:pt x="361295" y="296287"/>
                </a:lnTo>
                <a:lnTo>
                  <a:pt x="361295" y="299412"/>
                </a:lnTo>
                <a:lnTo>
                  <a:pt x="362992" y="299412"/>
                </a:lnTo>
                <a:cubicBezTo>
                  <a:pt x="364421" y="299412"/>
                  <a:pt x="364688" y="298430"/>
                  <a:pt x="364688" y="297805"/>
                </a:cubicBezTo>
                <a:close/>
                <a:moveTo>
                  <a:pt x="122605" y="170557"/>
                </a:moveTo>
                <a:cubicBezTo>
                  <a:pt x="122605" y="168146"/>
                  <a:pt x="121354" y="166003"/>
                  <a:pt x="119301" y="164842"/>
                </a:cubicBezTo>
                <a:lnTo>
                  <a:pt x="64562" y="133320"/>
                </a:lnTo>
                <a:cubicBezTo>
                  <a:pt x="63669" y="132784"/>
                  <a:pt x="62597" y="132517"/>
                  <a:pt x="61526" y="132427"/>
                </a:cubicBezTo>
                <a:lnTo>
                  <a:pt x="60990" y="132427"/>
                </a:lnTo>
                <a:cubicBezTo>
                  <a:pt x="59918" y="132427"/>
                  <a:pt x="58936" y="132784"/>
                  <a:pt x="57954" y="133320"/>
                </a:cubicBezTo>
                <a:lnTo>
                  <a:pt x="3304" y="164842"/>
                </a:lnTo>
                <a:cubicBezTo>
                  <a:pt x="1250" y="166003"/>
                  <a:pt x="0" y="168235"/>
                  <a:pt x="0" y="170557"/>
                </a:cubicBezTo>
                <a:lnTo>
                  <a:pt x="89" y="255389"/>
                </a:lnTo>
                <a:cubicBezTo>
                  <a:pt x="89" y="256550"/>
                  <a:pt x="714" y="257621"/>
                  <a:pt x="1697" y="258247"/>
                </a:cubicBezTo>
                <a:cubicBezTo>
                  <a:pt x="2679" y="258872"/>
                  <a:pt x="3929" y="258872"/>
                  <a:pt x="5001" y="258247"/>
                </a:cubicBezTo>
                <a:lnTo>
                  <a:pt x="37505" y="239584"/>
                </a:lnTo>
                <a:cubicBezTo>
                  <a:pt x="39559" y="238333"/>
                  <a:pt x="40809" y="236190"/>
                  <a:pt x="40809" y="233869"/>
                </a:cubicBezTo>
                <a:lnTo>
                  <a:pt x="40809" y="194221"/>
                </a:lnTo>
                <a:cubicBezTo>
                  <a:pt x="40809" y="191899"/>
                  <a:pt x="42059" y="189667"/>
                  <a:pt x="44113" y="188506"/>
                </a:cubicBezTo>
                <a:lnTo>
                  <a:pt x="57954" y="180558"/>
                </a:lnTo>
                <a:cubicBezTo>
                  <a:pt x="59025" y="179933"/>
                  <a:pt x="60097" y="179665"/>
                  <a:pt x="61258" y="179665"/>
                </a:cubicBezTo>
                <a:cubicBezTo>
                  <a:pt x="62419" y="179665"/>
                  <a:pt x="63579" y="179933"/>
                  <a:pt x="64562" y="180558"/>
                </a:cubicBezTo>
                <a:lnTo>
                  <a:pt x="78403" y="188506"/>
                </a:lnTo>
                <a:cubicBezTo>
                  <a:pt x="80456" y="189667"/>
                  <a:pt x="81707" y="191899"/>
                  <a:pt x="81707" y="194221"/>
                </a:cubicBezTo>
                <a:lnTo>
                  <a:pt x="81707" y="233869"/>
                </a:lnTo>
                <a:cubicBezTo>
                  <a:pt x="81707" y="236190"/>
                  <a:pt x="82957" y="238423"/>
                  <a:pt x="85011" y="239584"/>
                </a:cubicBezTo>
                <a:lnTo>
                  <a:pt x="117515" y="258247"/>
                </a:lnTo>
                <a:cubicBezTo>
                  <a:pt x="118497" y="258872"/>
                  <a:pt x="119836" y="258872"/>
                  <a:pt x="120819" y="258247"/>
                </a:cubicBezTo>
                <a:cubicBezTo>
                  <a:pt x="121801" y="257711"/>
                  <a:pt x="122426" y="256550"/>
                  <a:pt x="122426" y="255389"/>
                </a:cubicBezTo>
                <a:lnTo>
                  <a:pt x="122605" y="170557"/>
                </a:lnTo>
                <a:close/>
                <a:moveTo>
                  <a:pt x="421928" y="77956"/>
                </a:moveTo>
                <a:lnTo>
                  <a:pt x="421928" y="235476"/>
                </a:lnTo>
                <a:cubicBezTo>
                  <a:pt x="421928" y="237798"/>
                  <a:pt x="420678" y="240030"/>
                  <a:pt x="418624" y="241191"/>
                </a:cubicBezTo>
                <a:lnTo>
                  <a:pt x="363885" y="272802"/>
                </a:lnTo>
                <a:cubicBezTo>
                  <a:pt x="361831" y="273963"/>
                  <a:pt x="359331" y="273963"/>
                  <a:pt x="357277" y="272802"/>
                </a:cubicBezTo>
                <a:lnTo>
                  <a:pt x="302538" y="241191"/>
                </a:lnTo>
                <a:cubicBezTo>
                  <a:pt x="300484" y="240030"/>
                  <a:pt x="299234" y="237798"/>
                  <a:pt x="299234" y="235476"/>
                </a:cubicBezTo>
                <a:lnTo>
                  <a:pt x="299234" y="172254"/>
                </a:lnTo>
                <a:cubicBezTo>
                  <a:pt x="299234" y="169932"/>
                  <a:pt x="300484" y="167700"/>
                  <a:pt x="302538" y="166539"/>
                </a:cubicBezTo>
                <a:lnTo>
                  <a:pt x="357277" y="134928"/>
                </a:lnTo>
                <a:cubicBezTo>
                  <a:pt x="359331" y="133767"/>
                  <a:pt x="361831" y="133767"/>
                  <a:pt x="363885" y="134928"/>
                </a:cubicBezTo>
                <a:lnTo>
                  <a:pt x="377547" y="142786"/>
                </a:lnTo>
                <a:cubicBezTo>
                  <a:pt x="379065" y="143679"/>
                  <a:pt x="381030" y="142518"/>
                  <a:pt x="381030" y="140821"/>
                </a:cubicBezTo>
                <a:lnTo>
                  <a:pt x="381030" y="56882"/>
                </a:lnTo>
                <a:cubicBezTo>
                  <a:pt x="381030" y="54382"/>
                  <a:pt x="383709" y="52774"/>
                  <a:pt x="385941" y="54025"/>
                </a:cubicBezTo>
                <a:lnTo>
                  <a:pt x="418534" y="72241"/>
                </a:lnTo>
                <a:cubicBezTo>
                  <a:pt x="420588" y="73313"/>
                  <a:pt x="421928" y="75545"/>
                  <a:pt x="421928" y="77956"/>
                </a:cubicBezTo>
                <a:close/>
                <a:moveTo>
                  <a:pt x="380851" y="193060"/>
                </a:moveTo>
                <a:cubicBezTo>
                  <a:pt x="380851" y="192435"/>
                  <a:pt x="380494" y="191899"/>
                  <a:pt x="380048" y="191631"/>
                </a:cubicBezTo>
                <a:lnTo>
                  <a:pt x="361295" y="180737"/>
                </a:lnTo>
                <a:cubicBezTo>
                  <a:pt x="360759" y="180469"/>
                  <a:pt x="360134" y="180469"/>
                  <a:pt x="359599" y="180737"/>
                </a:cubicBezTo>
                <a:lnTo>
                  <a:pt x="340846" y="191631"/>
                </a:lnTo>
                <a:cubicBezTo>
                  <a:pt x="340310" y="191899"/>
                  <a:pt x="340043" y="192435"/>
                  <a:pt x="340043" y="193060"/>
                </a:cubicBezTo>
                <a:lnTo>
                  <a:pt x="340043" y="214759"/>
                </a:lnTo>
                <a:cubicBezTo>
                  <a:pt x="340043" y="215384"/>
                  <a:pt x="340400" y="215920"/>
                  <a:pt x="340846" y="216188"/>
                </a:cubicBezTo>
                <a:lnTo>
                  <a:pt x="359599" y="226993"/>
                </a:lnTo>
                <a:cubicBezTo>
                  <a:pt x="360134" y="227261"/>
                  <a:pt x="360759" y="227261"/>
                  <a:pt x="361206" y="226993"/>
                </a:cubicBezTo>
                <a:lnTo>
                  <a:pt x="379958" y="216188"/>
                </a:lnTo>
                <a:cubicBezTo>
                  <a:pt x="380494" y="215920"/>
                  <a:pt x="380762" y="215384"/>
                  <a:pt x="380762" y="214759"/>
                </a:cubicBezTo>
                <a:lnTo>
                  <a:pt x="380762" y="193060"/>
                </a:lnTo>
                <a:lnTo>
                  <a:pt x="380851" y="193060"/>
                </a:lnTo>
                <a:close/>
                <a:moveTo>
                  <a:pt x="568196" y="192435"/>
                </a:moveTo>
                <a:cubicBezTo>
                  <a:pt x="570250" y="191274"/>
                  <a:pt x="571500" y="189041"/>
                  <a:pt x="571500" y="186720"/>
                </a:cubicBezTo>
                <a:lnTo>
                  <a:pt x="571500" y="171450"/>
                </a:lnTo>
                <a:cubicBezTo>
                  <a:pt x="571500" y="169128"/>
                  <a:pt x="570250" y="166896"/>
                  <a:pt x="568196" y="165735"/>
                </a:cubicBezTo>
                <a:lnTo>
                  <a:pt x="513814" y="134124"/>
                </a:lnTo>
                <a:cubicBezTo>
                  <a:pt x="511760" y="132963"/>
                  <a:pt x="509260" y="132963"/>
                  <a:pt x="507206" y="134124"/>
                </a:cubicBezTo>
                <a:lnTo>
                  <a:pt x="452467" y="165735"/>
                </a:lnTo>
                <a:cubicBezTo>
                  <a:pt x="450413" y="166896"/>
                  <a:pt x="449163" y="169128"/>
                  <a:pt x="449163" y="171450"/>
                </a:cubicBezTo>
                <a:lnTo>
                  <a:pt x="449163" y="234672"/>
                </a:lnTo>
                <a:cubicBezTo>
                  <a:pt x="449163" y="237083"/>
                  <a:pt x="450413" y="239226"/>
                  <a:pt x="452467" y="240387"/>
                </a:cubicBezTo>
                <a:lnTo>
                  <a:pt x="506849" y="271373"/>
                </a:lnTo>
                <a:cubicBezTo>
                  <a:pt x="508814" y="272534"/>
                  <a:pt x="511314" y="272534"/>
                  <a:pt x="513368" y="271373"/>
                </a:cubicBezTo>
                <a:lnTo>
                  <a:pt x="546229" y="253067"/>
                </a:lnTo>
                <a:cubicBezTo>
                  <a:pt x="548461" y="251817"/>
                  <a:pt x="548461" y="248602"/>
                  <a:pt x="546229" y="247352"/>
                </a:cubicBezTo>
                <a:lnTo>
                  <a:pt x="491133" y="215741"/>
                </a:lnTo>
                <a:cubicBezTo>
                  <a:pt x="490061" y="215116"/>
                  <a:pt x="489436" y="214045"/>
                  <a:pt x="489436" y="212884"/>
                </a:cubicBezTo>
                <a:lnTo>
                  <a:pt x="489436" y="193060"/>
                </a:lnTo>
                <a:cubicBezTo>
                  <a:pt x="489436" y="191899"/>
                  <a:pt x="490061" y="190827"/>
                  <a:pt x="491133" y="190202"/>
                </a:cubicBezTo>
                <a:lnTo>
                  <a:pt x="508278" y="180290"/>
                </a:lnTo>
                <a:cubicBezTo>
                  <a:pt x="509260" y="179665"/>
                  <a:pt x="510600" y="179665"/>
                  <a:pt x="511582" y="180290"/>
                </a:cubicBezTo>
                <a:lnTo>
                  <a:pt x="528727" y="190202"/>
                </a:lnTo>
                <a:cubicBezTo>
                  <a:pt x="529709" y="190827"/>
                  <a:pt x="530423" y="191899"/>
                  <a:pt x="530423" y="193060"/>
                </a:cubicBezTo>
                <a:lnTo>
                  <a:pt x="530423" y="208598"/>
                </a:lnTo>
                <a:cubicBezTo>
                  <a:pt x="530423" y="211098"/>
                  <a:pt x="533192" y="212705"/>
                  <a:pt x="535424" y="211455"/>
                </a:cubicBezTo>
                <a:lnTo>
                  <a:pt x="568196" y="192435"/>
                </a:lnTo>
                <a:close/>
                <a:moveTo>
                  <a:pt x="499170" y="195560"/>
                </a:moveTo>
                <a:cubicBezTo>
                  <a:pt x="498812" y="195828"/>
                  <a:pt x="498544" y="196185"/>
                  <a:pt x="498544" y="196632"/>
                </a:cubicBezTo>
                <a:lnTo>
                  <a:pt x="498544" y="208776"/>
                </a:lnTo>
                <a:cubicBezTo>
                  <a:pt x="498544" y="209223"/>
                  <a:pt x="498812" y="209669"/>
                  <a:pt x="499170" y="209848"/>
                </a:cubicBezTo>
                <a:lnTo>
                  <a:pt x="509707" y="215920"/>
                </a:lnTo>
                <a:cubicBezTo>
                  <a:pt x="510064" y="216188"/>
                  <a:pt x="510600" y="216188"/>
                  <a:pt x="510957" y="215920"/>
                </a:cubicBezTo>
                <a:lnTo>
                  <a:pt x="521494" y="209848"/>
                </a:lnTo>
                <a:cubicBezTo>
                  <a:pt x="521851" y="209580"/>
                  <a:pt x="522119" y="209223"/>
                  <a:pt x="522119" y="208776"/>
                </a:cubicBezTo>
                <a:lnTo>
                  <a:pt x="522119" y="196632"/>
                </a:lnTo>
                <a:cubicBezTo>
                  <a:pt x="522119" y="196185"/>
                  <a:pt x="521851" y="195739"/>
                  <a:pt x="521494" y="195560"/>
                </a:cubicBezTo>
                <a:lnTo>
                  <a:pt x="510957" y="189488"/>
                </a:lnTo>
                <a:cubicBezTo>
                  <a:pt x="510600" y="189220"/>
                  <a:pt x="510064" y="189220"/>
                  <a:pt x="509707" y="189488"/>
                </a:cubicBezTo>
                <a:lnTo>
                  <a:pt x="499170" y="195560"/>
                </a:lnTo>
                <a:close/>
                <a:moveTo>
                  <a:pt x="272177" y="234404"/>
                </a:moveTo>
                <a:lnTo>
                  <a:pt x="272177" y="171539"/>
                </a:lnTo>
                <a:cubicBezTo>
                  <a:pt x="272177" y="169218"/>
                  <a:pt x="270748" y="166985"/>
                  <a:pt x="268694" y="165824"/>
                </a:cubicBezTo>
                <a:lnTo>
                  <a:pt x="214134" y="134392"/>
                </a:lnTo>
                <a:cubicBezTo>
                  <a:pt x="212259" y="133320"/>
                  <a:pt x="209669" y="133142"/>
                  <a:pt x="207526" y="134392"/>
                </a:cubicBezTo>
                <a:lnTo>
                  <a:pt x="152966" y="165824"/>
                </a:lnTo>
                <a:cubicBezTo>
                  <a:pt x="150912" y="166985"/>
                  <a:pt x="149483" y="169128"/>
                  <a:pt x="149483" y="171539"/>
                </a:cubicBezTo>
                <a:lnTo>
                  <a:pt x="149483" y="234404"/>
                </a:lnTo>
                <a:cubicBezTo>
                  <a:pt x="149483" y="236905"/>
                  <a:pt x="151180" y="239048"/>
                  <a:pt x="153055" y="240119"/>
                </a:cubicBezTo>
                <a:lnTo>
                  <a:pt x="207705" y="271552"/>
                </a:lnTo>
                <a:cubicBezTo>
                  <a:pt x="209848" y="272802"/>
                  <a:pt x="212348" y="272713"/>
                  <a:pt x="214313" y="271552"/>
                </a:cubicBezTo>
                <a:lnTo>
                  <a:pt x="268784" y="240119"/>
                </a:lnTo>
                <a:cubicBezTo>
                  <a:pt x="270391" y="239226"/>
                  <a:pt x="271552" y="237708"/>
                  <a:pt x="271998" y="235922"/>
                </a:cubicBezTo>
                <a:cubicBezTo>
                  <a:pt x="272088" y="235476"/>
                  <a:pt x="272177" y="234940"/>
                  <a:pt x="272177" y="234404"/>
                </a:cubicBezTo>
                <a:close/>
                <a:moveTo>
                  <a:pt x="205829" y="122873"/>
                </a:moveTo>
                <a:lnTo>
                  <a:pt x="205115" y="123319"/>
                </a:lnTo>
                <a:lnTo>
                  <a:pt x="206097" y="123319"/>
                </a:lnTo>
                <a:lnTo>
                  <a:pt x="205829" y="122873"/>
                </a:lnTo>
                <a:close/>
                <a:moveTo>
                  <a:pt x="273874" y="239137"/>
                </a:moveTo>
                <a:lnTo>
                  <a:pt x="273516" y="238512"/>
                </a:lnTo>
                <a:lnTo>
                  <a:pt x="273516" y="239316"/>
                </a:lnTo>
                <a:lnTo>
                  <a:pt x="273874" y="239137"/>
                </a:lnTo>
                <a:close/>
              </a:path>
            </a:pathLst>
          </a:custGeom>
          <a:solidFill>
            <a:srgbClr val="339933"/>
          </a:solidFill>
          <a:ln/>
        </p:spPr>
      </p:sp>
      <p:sp>
        <p:nvSpPr>
          <p:cNvPr id="20" name="Text 18"/>
          <p:cNvSpPr/>
          <p:nvPr/>
        </p:nvSpPr>
        <p:spPr>
          <a:xfrm>
            <a:off x="812800" y="4114800"/>
            <a:ext cx="228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Node.js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302000" y="3429000"/>
            <a:ext cx="2286000" cy="1270000"/>
          </a:xfrm>
          <a:prstGeom prst="rect">
            <a:avLst/>
          </a:prstGeom>
          <a:solidFill>
            <a:srgbClr val="FFFFFF">
              <a:alpha val="6275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108450" y="35560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285750" y="93315"/>
                </a:moveTo>
                <a:cubicBezTo>
                  <a:pt x="438805" y="93315"/>
                  <a:pt x="556498" y="157788"/>
                  <a:pt x="556498" y="228600"/>
                </a:cubicBezTo>
                <a:cubicBezTo>
                  <a:pt x="556498" y="299412"/>
                  <a:pt x="438716" y="363885"/>
                  <a:pt x="285750" y="363885"/>
                </a:cubicBezTo>
                <a:cubicBezTo>
                  <a:pt x="132695" y="363885"/>
                  <a:pt x="15002" y="299412"/>
                  <a:pt x="15002" y="228600"/>
                </a:cubicBezTo>
                <a:cubicBezTo>
                  <a:pt x="15002" y="157788"/>
                  <a:pt x="132784" y="93315"/>
                  <a:pt x="285750" y="93315"/>
                </a:cubicBezTo>
                <a:close/>
                <a:moveTo>
                  <a:pt x="285750" y="78313"/>
                </a:moveTo>
                <a:cubicBezTo>
                  <a:pt x="127962" y="78313"/>
                  <a:pt x="0" y="145554"/>
                  <a:pt x="0" y="228600"/>
                </a:cubicBezTo>
                <a:cubicBezTo>
                  <a:pt x="0" y="311646"/>
                  <a:pt x="127962" y="378887"/>
                  <a:pt x="285750" y="378887"/>
                </a:cubicBezTo>
                <a:cubicBezTo>
                  <a:pt x="443538" y="378887"/>
                  <a:pt x="571500" y="311646"/>
                  <a:pt x="571500" y="228600"/>
                </a:cubicBezTo>
                <a:cubicBezTo>
                  <a:pt x="571500" y="145554"/>
                  <a:pt x="443538" y="78313"/>
                  <a:pt x="285750" y="78313"/>
                </a:cubicBezTo>
                <a:close/>
                <a:moveTo>
                  <a:pt x="194846" y="216545"/>
                </a:moveTo>
                <a:cubicBezTo>
                  <a:pt x="187791" y="252710"/>
                  <a:pt x="162877" y="248960"/>
                  <a:pt x="132249" y="248960"/>
                </a:cubicBezTo>
                <a:lnTo>
                  <a:pt x="144482" y="185916"/>
                </a:lnTo>
                <a:cubicBezTo>
                  <a:pt x="178415" y="185916"/>
                  <a:pt x="201454" y="182255"/>
                  <a:pt x="194846" y="216545"/>
                </a:cubicBezTo>
                <a:close/>
                <a:moveTo>
                  <a:pt x="86975" y="312807"/>
                </a:moveTo>
                <a:lnTo>
                  <a:pt x="119747" y="312807"/>
                </a:lnTo>
                <a:lnTo>
                  <a:pt x="127516" y="272802"/>
                </a:lnTo>
                <a:cubicBezTo>
                  <a:pt x="164217" y="272802"/>
                  <a:pt x="186988" y="275481"/>
                  <a:pt x="208062" y="255746"/>
                </a:cubicBezTo>
                <a:cubicBezTo>
                  <a:pt x="231368" y="234315"/>
                  <a:pt x="237440" y="196185"/>
                  <a:pt x="220831" y="177076"/>
                </a:cubicBezTo>
                <a:cubicBezTo>
                  <a:pt x="212169" y="167074"/>
                  <a:pt x="198239" y="162163"/>
                  <a:pt x="179308" y="162163"/>
                </a:cubicBezTo>
                <a:lnTo>
                  <a:pt x="116175" y="162163"/>
                </a:lnTo>
                <a:lnTo>
                  <a:pt x="86975" y="312807"/>
                </a:lnTo>
                <a:close/>
                <a:moveTo>
                  <a:pt x="252799" y="122069"/>
                </a:moveTo>
                <a:lnTo>
                  <a:pt x="285393" y="122069"/>
                </a:lnTo>
                <a:lnTo>
                  <a:pt x="277624" y="162074"/>
                </a:lnTo>
                <a:cubicBezTo>
                  <a:pt x="305753" y="162074"/>
                  <a:pt x="331827" y="160020"/>
                  <a:pt x="344418" y="171629"/>
                </a:cubicBezTo>
                <a:cubicBezTo>
                  <a:pt x="357634" y="183773"/>
                  <a:pt x="351294" y="199311"/>
                  <a:pt x="337006" y="272623"/>
                </a:cubicBezTo>
                <a:lnTo>
                  <a:pt x="303967" y="272623"/>
                </a:lnTo>
                <a:cubicBezTo>
                  <a:pt x="317718" y="201722"/>
                  <a:pt x="320308" y="195828"/>
                  <a:pt x="315307" y="190470"/>
                </a:cubicBezTo>
                <a:cubicBezTo>
                  <a:pt x="310485" y="185291"/>
                  <a:pt x="299502" y="186363"/>
                  <a:pt x="272981" y="186363"/>
                </a:cubicBezTo>
                <a:lnTo>
                  <a:pt x="256193" y="272623"/>
                </a:lnTo>
                <a:lnTo>
                  <a:pt x="223599" y="272623"/>
                </a:lnTo>
                <a:lnTo>
                  <a:pt x="252799" y="122069"/>
                </a:lnTo>
                <a:close/>
                <a:moveTo>
                  <a:pt x="450949" y="216545"/>
                </a:moveTo>
                <a:cubicBezTo>
                  <a:pt x="443805" y="253246"/>
                  <a:pt x="418177" y="248960"/>
                  <a:pt x="388352" y="248960"/>
                </a:cubicBezTo>
                <a:lnTo>
                  <a:pt x="400586" y="185916"/>
                </a:lnTo>
                <a:cubicBezTo>
                  <a:pt x="434697" y="185916"/>
                  <a:pt x="457557" y="182255"/>
                  <a:pt x="450949" y="216545"/>
                </a:cubicBezTo>
                <a:close/>
                <a:moveTo>
                  <a:pt x="343079" y="312807"/>
                </a:moveTo>
                <a:lnTo>
                  <a:pt x="375940" y="312807"/>
                </a:lnTo>
                <a:lnTo>
                  <a:pt x="383709" y="272802"/>
                </a:lnTo>
                <a:cubicBezTo>
                  <a:pt x="422285" y="272802"/>
                  <a:pt x="443627" y="275034"/>
                  <a:pt x="464254" y="255746"/>
                </a:cubicBezTo>
                <a:cubicBezTo>
                  <a:pt x="487561" y="234315"/>
                  <a:pt x="493633" y="196185"/>
                  <a:pt x="477024" y="177076"/>
                </a:cubicBezTo>
                <a:cubicBezTo>
                  <a:pt x="468362" y="167074"/>
                  <a:pt x="454432" y="162163"/>
                  <a:pt x="435501" y="162163"/>
                </a:cubicBezTo>
                <a:lnTo>
                  <a:pt x="372368" y="162163"/>
                </a:lnTo>
                <a:lnTo>
                  <a:pt x="343079" y="312807"/>
                </a:lnTo>
                <a:close/>
              </a:path>
            </a:pathLst>
          </a:custGeom>
          <a:solidFill>
            <a:srgbClr val="777BB4"/>
          </a:solidFill>
          <a:ln/>
        </p:spPr>
      </p:sp>
      <p:sp>
        <p:nvSpPr>
          <p:cNvPr id="23" name="Text 21"/>
          <p:cNvSpPr/>
          <p:nvPr/>
        </p:nvSpPr>
        <p:spPr>
          <a:xfrm>
            <a:off x="3302000" y="4114800"/>
            <a:ext cx="228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PHP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791200" y="3429000"/>
            <a:ext cx="2286000" cy="1270000"/>
          </a:xfrm>
          <a:prstGeom prst="rect">
            <a:avLst/>
          </a:prstGeom>
          <a:solidFill>
            <a:srgbClr val="FFFFFF">
              <a:alpha val="6275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683375" y="3556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392728" y="179040"/>
                </a:moveTo>
                <a:cubicBezTo>
                  <a:pt x="385852" y="151448"/>
                  <a:pt x="372814" y="130641"/>
                  <a:pt x="345043" y="130641"/>
                </a:cubicBezTo>
                <a:lnTo>
                  <a:pt x="309235" y="130641"/>
                </a:lnTo>
                <a:lnTo>
                  <a:pt x="309235" y="172968"/>
                </a:lnTo>
                <a:cubicBezTo>
                  <a:pt x="309235" y="205829"/>
                  <a:pt x="281374" y="233511"/>
                  <a:pt x="249585" y="233511"/>
                </a:cubicBezTo>
                <a:lnTo>
                  <a:pt x="154216" y="233511"/>
                </a:lnTo>
                <a:cubicBezTo>
                  <a:pt x="128141" y="233511"/>
                  <a:pt x="106531" y="255836"/>
                  <a:pt x="106531" y="282000"/>
                </a:cubicBezTo>
                <a:lnTo>
                  <a:pt x="106531" y="372904"/>
                </a:lnTo>
                <a:cubicBezTo>
                  <a:pt x="106531" y="398800"/>
                  <a:pt x="129034" y="413980"/>
                  <a:pt x="154216" y="421392"/>
                </a:cubicBezTo>
                <a:cubicBezTo>
                  <a:pt x="184398" y="430232"/>
                  <a:pt x="213420" y="431840"/>
                  <a:pt x="249585" y="421392"/>
                </a:cubicBezTo>
                <a:cubicBezTo>
                  <a:pt x="273606" y="414427"/>
                  <a:pt x="297269" y="400407"/>
                  <a:pt x="297269" y="372904"/>
                </a:cubicBezTo>
                <a:lnTo>
                  <a:pt x="297269" y="336560"/>
                </a:lnTo>
                <a:lnTo>
                  <a:pt x="201990" y="336560"/>
                </a:lnTo>
                <a:lnTo>
                  <a:pt x="201990" y="324416"/>
                </a:lnTo>
                <a:lnTo>
                  <a:pt x="345043" y="324416"/>
                </a:lnTo>
                <a:cubicBezTo>
                  <a:pt x="372814" y="324416"/>
                  <a:pt x="383084" y="305038"/>
                  <a:pt x="392728" y="276017"/>
                </a:cubicBezTo>
                <a:cubicBezTo>
                  <a:pt x="402729" y="246102"/>
                  <a:pt x="402282" y="217349"/>
                  <a:pt x="392728" y="179040"/>
                </a:cubicBezTo>
                <a:close/>
                <a:moveTo>
                  <a:pt x="255568" y="397103"/>
                </a:moveTo>
                <a:cubicBezTo>
                  <a:pt x="248771" y="397580"/>
                  <a:pt x="242277" y="394224"/>
                  <a:pt x="238734" y="388405"/>
                </a:cubicBezTo>
                <a:cubicBezTo>
                  <a:pt x="235191" y="382586"/>
                  <a:pt x="235191" y="375276"/>
                  <a:pt x="238734" y="369457"/>
                </a:cubicBezTo>
                <a:cubicBezTo>
                  <a:pt x="242277" y="363638"/>
                  <a:pt x="248771" y="360283"/>
                  <a:pt x="255568" y="360759"/>
                </a:cubicBezTo>
                <a:cubicBezTo>
                  <a:pt x="262364" y="360283"/>
                  <a:pt x="268858" y="363638"/>
                  <a:pt x="272401" y="369457"/>
                </a:cubicBezTo>
                <a:cubicBezTo>
                  <a:pt x="275945" y="375276"/>
                  <a:pt x="275945" y="382586"/>
                  <a:pt x="272401" y="388405"/>
                </a:cubicBezTo>
                <a:cubicBezTo>
                  <a:pt x="268858" y="394224"/>
                  <a:pt x="262364" y="397580"/>
                  <a:pt x="255568" y="397103"/>
                </a:cubicBezTo>
                <a:close/>
                <a:moveTo>
                  <a:pt x="149840" y="221546"/>
                </a:moveTo>
                <a:lnTo>
                  <a:pt x="245209" y="221546"/>
                </a:lnTo>
                <a:cubicBezTo>
                  <a:pt x="271730" y="221546"/>
                  <a:pt x="292894" y="199668"/>
                  <a:pt x="292894" y="173057"/>
                </a:cubicBezTo>
                <a:lnTo>
                  <a:pt x="292894" y="82064"/>
                </a:lnTo>
                <a:cubicBezTo>
                  <a:pt x="292894" y="56168"/>
                  <a:pt x="271105" y="36790"/>
                  <a:pt x="245209" y="32415"/>
                </a:cubicBezTo>
                <a:cubicBezTo>
                  <a:pt x="213241" y="27146"/>
                  <a:pt x="178504" y="27414"/>
                  <a:pt x="149840" y="32504"/>
                </a:cubicBezTo>
                <a:cubicBezTo>
                  <a:pt x="109478" y="39648"/>
                  <a:pt x="102156" y="54560"/>
                  <a:pt x="102156" y="82153"/>
                </a:cubicBezTo>
                <a:lnTo>
                  <a:pt x="102156" y="118497"/>
                </a:lnTo>
                <a:lnTo>
                  <a:pt x="197614" y="118497"/>
                </a:lnTo>
                <a:lnTo>
                  <a:pt x="197614" y="130641"/>
                </a:lnTo>
                <a:lnTo>
                  <a:pt x="66348" y="130641"/>
                </a:lnTo>
                <a:cubicBezTo>
                  <a:pt x="38576" y="130641"/>
                  <a:pt x="14288" y="147340"/>
                  <a:pt x="6697" y="179040"/>
                </a:cubicBezTo>
                <a:cubicBezTo>
                  <a:pt x="-2054" y="215384"/>
                  <a:pt x="-2411" y="238065"/>
                  <a:pt x="6697" y="276017"/>
                </a:cubicBezTo>
                <a:cubicBezTo>
                  <a:pt x="13484" y="304234"/>
                  <a:pt x="29647" y="324416"/>
                  <a:pt x="57418" y="324416"/>
                </a:cubicBezTo>
                <a:lnTo>
                  <a:pt x="90190" y="324416"/>
                </a:lnTo>
                <a:lnTo>
                  <a:pt x="90190" y="280839"/>
                </a:lnTo>
                <a:cubicBezTo>
                  <a:pt x="90190" y="249317"/>
                  <a:pt x="117425" y="221546"/>
                  <a:pt x="149840" y="221546"/>
                </a:cubicBezTo>
                <a:close/>
                <a:moveTo>
                  <a:pt x="143947" y="57775"/>
                </a:moveTo>
                <a:cubicBezTo>
                  <a:pt x="154001" y="57775"/>
                  <a:pt x="162163" y="65938"/>
                  <a:pt x="162163" y="75992"/>
                </a:cubicBezTo>
                <a:cubicBezTo>
                  <a:pt x="162163" y="86046"/>
                  <a:pt x="154001" y="94208"/>
                  <a:pt x="143947" y="94208"/>
                </a:cubicBezTo>
                <a:cubicBezTo>
                  <a:pt x="133893" y="94208"/>
                  <a:pt x="125730" y="86046"/>
                  <a:pt x="125730" y="75992"/>
                </a:cubicBezTo>
                <a:cubicBezTo>
                  <a:pt x="125730" y="65938"/>
                  <a:pt x="133893" y="57775"/>
                  <a:pt x="143947" y="57775"/>
                </a:cubicBezTo>
                <a:close/>
              </a:path>
            </a:pathLst>
          </a:custGeom>
          <a:solidFill>
            <a:srgbClr val="3776AB"/>
          </a:solidFill>
          <a:ln/>
        </p:spPr>
      </p:sp>
      <p:sp>
        <p:nvSpPr>
          <p:cNvPr id="26" name="Text 24"/>
          <p:cNvSpPr/>
          <p:nvPr/>
        </p:nvSpPr>
        <p:spPr>
          <a:xfrm>
            <a:off x="5791200" y="4114800"/>
            <a:ext cx="228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80400" y="3048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818C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PLATFORMS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280400" y="3429000"/>
            <a:ext cx="2286000" cy="1270000"/>
          </a:xfrm>
          <a:prstGeom prst="rect">
            <a:avLst/>
          </a:prstGeom>
          <a:solidFill>
            <a:srgbClr val="FFFFFF">
              <a:alpha val="6275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9144000" y="3556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5096" y="151269"/>
                </a:moveTo>
                <a:lnTo>
                  <a:pt x="145733" y="399514"/>
                </a:lnTo>
                <a:cubicBezTo>
                  <a:pt x="82332" y="368796"/>
                  <a:pt x="38666" y="303788"/>
                  <a:pt x="38666" y="228600"/>
                </a:cubicBezTo>
                <a:cubicBezTo>
                  <a:pt x="38666" y="201007"/>
                  <a:pt x="44559" y="174933"/>
                  <a:pt x="55096" y="151269"/>
                </a:cubicBezTo>
                <a:close/>
                <a:moveTo>
                  <a:pt x="356830" y="219045"/>
                </a:moveTo>
                <a:cubicBezTo>
                  <a:pt x="356830" y="195560"/>
                  <a:pt x="348436" y="179308"/>
                  <a:pt x="341203" y="166628"/>
                </a:cubicBezTo>
                <a:cubicBezTo>
                  <a:pt x="331559" y="151001"/>
                  <a:pt x="322540" y="137696"/>
                  <a:pt x="322540" y="122069"/>
                </a:cubicBezTo>
                <a:cubicBezTo>
                  <a:pt x="322540" y="104567"/>
                  <a:pt x="335756" y="88315"/>
                  <a:pt x="354419" y="88315"/>
                </a:cubicBezTo>
                <a:cubicBezTo>
                  <a:pt x="355223" y="88315"/>
                  <a:pt x="356027" y="88404"/>
                  <a:pt x="356920" y="88493"/>
                </a:cubicBezTo>
                <a:cubicBezTo>
                  <a:pt x="323076" y="57507"/>
                  <a:pt x="278070" y="38576"/>
                  <a:pt x="228600" y="38576"/>
                </a:cubicBezTo>
                <a:cubicBezTo>
                  <a:pt x="162252" y="38576"/>
                  <a:pt x="103852" y="72598"/>
                  <a:pt x="69830" y="124212"/>
                </a:cubicBezTo>
                <a:cubicBezTo>
                  <a:pt x="74295" y="124391"/>
                  <a:pt x="78492" y="124480"/>
                  <a:pt x="82064" y="124480"/>
                </a:cubicBezTo>
                <a:cubicBezTo>
                  <a:pt x="101888" y="124480"/>
                  <a:pt x="132695" y="122069"/>
                  <a:pt x="132695" y="122069"/>
                </a:cubicBezTo>
                <a:cubicBezTo>
                  <a:pt x="142964" y="121444"/>
                  <a:pt x="144125" y="136535"/>
                  <a:pt x="133945" y="137696"/>
                </a:cubicBezTo>
                <a:cubicBezTo>
                  <a:pt x="133945" y="137696"/>
                  <a:pt x="123676" y="138857"/>
                  <a:pt x="112246" y="139482"/>
                </a:cubicBezTo>
                <a:lnTo>
                  <a:pt x="181451" y="345222"/>
                </a:lnTo>
                <a:lnTo>
                  <a:pt x="223064" y="220563"/>
                </a:lnTo>
                <a:lnTo>
                  <a:pt x="193506" y="139482"/>
                </a:lnTo>
                <a:cubicBezTo>
                  <a:pt x="183237" y="138857"/>
                  <a:pt x="173593" y="137696"/>
                  <a:pt x="173593" y="137696"/>
                </a:cubicBezTo>
                <a:cubicBezTo>
                  <a:pt x="163324" y="137071"/>
                  <a:pt x="164574" y="121444"/>
                  <a:pt x="174754" y="122069"/>
                </a:cubicBezTo>
                <a:cubicBezTo>
                  <a:pt x="174754" y="122069"/>
                  <a:pt x="206097" y="124480"/>
                  <a:pt x="224760" y="124480"/>
                </a:cubicBezTo>
                <a:cubicBezTo>
                  <a:pt x="244584" y="124480"/>
                  <a:pt x="275392" y="122069"/>
                  <a:pt x="275392" y="122069"/>
                </a:cubicBezTo>
                <a:cubicBezTo>
                  <a:pt x="285661" y="121444"/>
                  <a:pt x="286822" y="136535"/>
                  <a:pt x="276642" y="137696"/>
                </a:cubicBezTo>
                <a:cubicBezTo>
                  <a:pt x="276642" y="137696"/>
                  <a:pt x="266373" y="138857"/>
                  <a:pt x="254943" y="139482"/>
                </a:cubicBezTo>
                <a:lnTo>
                  <a:pt x="323612" y="343704"/>
                </a:lnTo>
                <a:lnTo>
                  <a:pt x="342543" y="280392"/>
                </a:lnTo>
                <a:cubicBezTo>
                  <a:pt x="350580" y="254139"/>
                  <a:pt x="356830" y="235297"/>
                  <a:pt x="356830" y="219045"/>
                </a:cubicBezTo>
                <a:close/>
                <a:moveTo>
                  <a:pt x="231904" y="245209"/>
                </a:moveTo>
                <a:lnTo>
                  <a:pt x="174933" y="410855"/>
                </a:lnTo>
                <a:cubicBezTo>
                  <a:pt x="191988" y="415856"/>
                  <a:pt x="209937" y="418624"/>
                  <a:pt x="228600" y="418624"/>
                </a:cubicBezTo>
                <a:cubicBezTo>
                  <a:pt x="250746" y="418624"/>
                  <a:pt x="271909" y="414784"/>
                  <a:pt x="291644" y="407819"/>
                </a:cubicBezTo>
                <a:cubicBezTo>
                  <a:pt x="291108" y="407015"/>
                  <a:pt x="290661" y="406122"/>
                  <a:pt x="290304" y="405229"/>
                </a:cubicBezTo>
                <a:lnTo>
                  <a:pt x="231904" y="245209"/>
                </a:lnTo>
                <a:close/>
                <a:moveTo>
                  <a:pt x="395317" y="137428"/>
                </a:moveTo>
                <a:cubicBezTo>
                  <a:pt x="396121" y="143500"/>
                  <a:pt x="396567" y="149929"/>
                  <a:pt x="396567" y="156984"/>
                </a:cubicBezTo>
                <a:cubicBezTo>
                  <a:pt x="396567" y="176272"/>
                  <a:pt x="392996" y="197882"/>
                  <a:pt x="382101" y="225028"/>
                </a:cubicBezTo>
                <a:lnTo>
                  <a:pt x="324058" y="392817"/>
                </a:lnTo>
                <a:cubicBezTo>
                  <a:pt x="380583" y="359866"/>
                  <a:pt x="418534" y="298698"/>
                  <a:pt x="418534" y="228600"/>
                </a:cubicBezTo>
                <a:cubicBezTo>
                  <a:pt x="418534" y="195560"/>
                  <a:pt x="410141" y="164485"/>
                  <a:pt x="395317" y="137428"/>
                </a:cubicBezTo>
                <a:close/>
                <a:moveTo>
                  <a:pt x="7144" y="228600"/>
                </a:moveTo>
                <a:cubicBezTo>
                  <a:pt x="7144" y="106375"/>
                  <a:pt x="106375" y="7144"/>
                  <a:pt x="228600" y="7144"/>
                </a:cubicBezTo>
                <a:cubicBezTo>
                  <a:pt x="350825" y="7144"/>
                  <a:pt x="450056" y="106375"/>
                  <a:pt x="450056" y="228600"/>
                </a:cubicBezTo>
                <a:cubicBezTo>
                  <a:pt x="450056" y="350825"/>
                  <a:pt x="350825" y="450056"/>
                  <a:pt x="228600" y="450056"/>
                </a:cubicBezTo>
                <a:cubicBezTo>
                  <a:pt x="106375" y="450056"/>
                  <a:pt x="7144" y="350825"/>
                  <a:pt x="7144" y="228600"/>
                </a:cubicBezTo>
                <a:close/>
                <a:moveTo>
                  <a:pt x="439876" y="228600"/>
                </a:moveTo>
                <a:cubicBezTo>
                  <a:pt x="439876" y="111993"/>
                  <a:pt x="345207" y="17324"/>
                  <a:pt x="228600" y="17324"/>
                </a:cubicBezTo>
                <a:cubicBezTo>
                  <a:pt x="111993" y="17324"/>
                  <a:pt x="17324" y="111993"/>
                  <a:pt x="17324" y="228600"/>
                </a:cubicBezTo>
                <a:cubicBezTo>
                  <a:pt x="17324" y="345207"/>
                  <a:pt x="111993" y="439876"/>
                  <a:pt x="228600" y="439876"/>
                </a:cubicBezTo>
                <a:cubicBezTo>
                  <a:pt x="345207" y="439876"/>
                  <a:pt x="439876" y="345207"/>
                  <a:pt x="439876" y="228600"/>
                </a:cubicBezTo>
                <a:close/>
              </a:path>
            </a:pathLst>
          </a:custGeom>
          <a:solidFill>
            <a:srgbClr val="21759B"/>
          </a:solidFill>
          <a:ln/>
        </p:spPr>
      </p:sp>
      <p:sp>
        <p:nvSpPr>
          <p:cNvPr id="30" name="Text 28"/>
          <p:cNvSpPr/>
          <p:nvPr/>
        </p:nvSpPr>
        <p:spPr>
          <a:xfrm>
            <a:off x="8280400" y="4114800"/>
            <a:ext cx="228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WordPress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0769600" y="3429000"/>
            <a:ext cx="2286000" cy="1270000"/>
          </a:xfrm>
          <a:prstGeom prst="rect">
            <a:avLst/>
          </a:prstGeom>
          <a:solidFill>
            <a:srgbClr val="FFFFFF">
              <a:alpha val="6275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1661775" y="3556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346918" y="92958"/>
                </a:moveTo>
                <a:cubicBezTo>
                  <a:pt x="346740" y="91976"/>
                  <a:pt x="346293" y="91083"/>
                  <a:pt x="345579" y="90458"/>
                </a:cubicBezTo>
                <a:cubicBezTo>
                  <a:pt x="344865" y="89833"/>
                  <a:pt x="343972" y="89386"/>
                  <a:pt x="342989" y="89386"/>
                </a:cubicBezTo>
                <a:cubicBezTo>
                  <a:pt x="341203" y="89386"/>
                  <a:pt x="309771" y="88672"/>
                  <a:pt x="309771" y="88672"/>
                </a:cubicBezTo>
                <a:cubicBezTo>
                  <a:pt x="309771" y="88672"/>
                  <a:pt x="290483" y="70098"/>
                  <a:pt x="283339" y="62954"/>
                </a:cubicBezTo>
                <a:lnTo>
                  <a:pt x="283339" y="449342"/>
                </a:lnTo>
                <a:lnTo>
                  <a:pt x="395585" y="421481"/>
                </a:lnTo>
                <a:cubicBezTo>
                  <a:pt x="395585" y="421481"/>
                  <a:pt x="347365" y="95101"/>
                  <a:pt x="347008" y="92958"/>
                </a:cubicBezTo>
                <a:close/>
                <a:moveTo>
                  <a:pt x="257979" y="62954"/>
                </a:moveTo>
                <a:cubicBezTo>
                  <a:pt x="256282" y="57507"/>
                  <a:pt x="254139" y="52328"/>
                  <a:pt x="251549" y="47238"/>
                </a:cubicBezTo>
                <a:cubicBezTo>
                  <a:pt x="242262" y="29379"/>
                  <a:pt x="228332" y="19645"/>
                  <a:pt x="211901" y="19645"/>
                </a:cubicBezTo>
                <a:cubicBezTo>
                  <a:pt x="210741" y="19645"/>
                  <a:pt x="209490" y="19735"/>
                  <a:pt x="208330" y="20003"/>
                </a:cubicBezTo>
                <a:cubicBezTo>
                  <a:pt x="207972" y="19288"/>
                  <a:pt x="207258" y="18931"/>
                  <a:pt x="206901" y="18217"/>
                </a:cubicBezTo>
                <a:cubicBezTo>
                  <a:pt x="199757" y="10358"/>
                  <a:pt x="190470" y="6787"/>
                  <a:pt x="179397" y="7144"/>
                </a:cubicBezTo>
                <a:cubicBezTo>
                  <a:pt x="157966" y="7858"/>
                  <a:pt x="136535" y="23217"/>
                  <a:pt x="119390" y="50721"/>
                </a:cubicBezTo>
                <a:cubicBezTo>
                  <a:pt x="107246" y="70009"/>
                  <a:pt x="97959" y="94298"/>
                  <a:pt x="95458" y="113318"/>
                </a:cubicBezTo>
                <a:cubicBezTo>
                  <a:pt x="70812" y="120819"/>
                  <a:pt x="53667" y="126176"/>
                  <a:pt x="53310" y="126534"/>
                </a:cubicBezTo>
                <a:cubicBezTo>
                  <a:pt x="40809" y="130463"/>
                  <a:pt x="40451" y="130820"/>
                  <a:pt x="39023" y="142607"/>
                </a:cubicBezTo>
                <a:cubicBezTo>
                  <a:pt x="37951" y="151537"/>
                  <a:pt x="5090" y="403175"/>
                  <a:pt x="5090" y="403175"/>
                </a:cubicBezTo>
                <a:lnTo>
                  <a:pt x="275302" y="450056"/>
                </a:lnTo>
                <a:lnTo>
                  <a:pt x="275302" y="58668"/>
                </a:lnTo>
                <a:cubicBezTo>
                  <a:pt x="273963" y="58757"/>
                  <a:pt x="272713" y="58847"/>
                  <a:pt x="271373" y="59025"/>
                </a:cubicBezTo>
                <a:cubicBezTo>
                  <a:pt x="271373" y="59025"/>
                  <a:pt x="266373" y="60454"/>
                  <a:pt x="258157" y="62954"/>
                </a:cubicBezTo>
                <a:close/>
                <a:moveTo>
                  <a:pt x="208598" y="78313"/>
                </a:moveTo>
                <a:cubicBezTo>
                  <a:pt x="194310" y="82600"/>
                  <a:pt x="178594" y="87600"/>
                  <a:pt x="163235" y="92244"/>
                </a:cubicBezTo>
                <a:cubicBezTo>
                  <a:pt x="167521" y="75456"/>
                  <a:pt x="176093" y="58668"/>
                  <a:pt x="186095" y="47595"/>
                </a:cubicBezTo>
                <a:cubicBezTo>
                  <a:pt x="190024" y="43666"/>
                  <a:pt x="195382" y="39023"/>
                  <a:pt x="201454" y="36165"/>
                </a:cubicBezTo>
                <a:cubicBezTo>
                  <a:pt x="207526" y="49024"/>
                  <a:pt x="208955" y="66526"/>
                  <a:pt x="208598" y="78313"/>
                </a:cubicBezTo>
                <a:close/>
                <a:moveTo>
                  <a:pt x="179308" y="21788"/>
                </a:moveTo>
                <a:cubicBezTo>
                  <a:pt x="183773" y="21610"/>
                  <a:pt x="188238" y="22771"/>
                  <a:pt x="192167" y="25003"/>
                </a:cubicBezTo>
                <a:cubicBezTo>
                  <a:pt x="186452" y="27861"/>
                  <a:pt x="180737" y="32504"/>
                  <a:pt x="175379" y="37862"/>
                </a:cubicBezTo>
                <a:cubicBezTo>
                  <a:pt x="161806" y="52507"/>
                  <a:pt x="151448" y="75367"/>
                  <a:pt x="147161" y="97244"/>
                </a:cubicBezTo>
                <a:cubicBezTo>
                  <a:pt x="134303" y="101173"/>
                  <a:pt x="121444" y="105102"/>
                  <a:pt x="109657" y="108674"/>
                </a:cubicBezTo>
                <a:cubicBezTo>
                  <a:pt x="117515" y="74384"/>
                  <a:pt x="146447" y="22592"/>
                  <a:pt x="179308" y="21878"/>
                </a:cubicBezTo>
                <a:close/>
                <a:moveTo>
                  <a:pt x="137874" y="218420"/>
                </a:moveTo>
                <a:cubicBezTo>
                  <a:pt x="139303" y="241280"/>
                  <a:pt x="199668" y="246281"/>
                  <a:pt x="203240" y="300305"/>
                </a:cubicBezTo>
                <a:cubicBezTo>
                  <a:pt x="205740" y="342811"/>
                  <a:pt x="180737" y="371832"/>
                  <a:pt x="144661" y="373975"/>
                </a:cubicBezTo>
                <a:cubicBezTo>
                  <a:pt x="101084" y="376833"/>
                  <a:pt x="77153" y="351115"/>
                  <a:pt x="77153" y="351115"/>
                </a:cubicBezTo>
                <a:lnTo>
                  <a:pt x="86439" y="311825"/>
                </a:lnTo>
                <a:cubicBezTo>
                  <a:pt x="86439" y="311825"/>
                  <a:pt x="110371" y="330041"/>
                  <a:pt x="129659" y="328613"/>
                </a:cubicBezTo>
                <a:cubicBezTo>
                  <a:pt x="142161" y="327898"/>
                  <a:pt x="146804" y="317540"/>
                  <a:pt x="146447" y="310396"/>
                </a:cubicBezTo>
                <a:cubicBezTo>
                  <a:pt x="144661" y="280392"/>
                  <a:pt x="95369" y="282178"/>
                  <a:pt x="92154" y="232797"/>
                </a:cubicBezTo>
                <a:cubicBezTo>
                  <a:pt x="89297" y="191363"/>
                  <a:pt x="116443" y="149483"/>
                  <a:pt x="176540" y="145554"/>
                </a:cubicBezTo>
                <a:cubicBezTo>
                  <a:pt x="199757" y="144125"/>
                  <a:pt x="211544" y="149840"/>
                  <a:pt x="211544" y="149840"/>
                </a:cubicBezTo>
                <a:lnTo>
                  <a:pt x="197971" y="201275"/>
                </a:lnTo>
                <a:cubicBezTo>
                  <a:pt x="197971" y="201275"/>
                  <a:pt x="182612" y="194131"/>
                  <a:pt x="164396" y="195560"/>
                </a:cubicBezTo>
                <a:cubicBezTo>
                  <a:pt x="137964" y="197346"/>
                  <a:pt x="137606" y="214134"/>
                  <a:pt x="137964" y="218420"/>
                </a:cubicBezTo>
                <a:close/>
                <a:moveTo>
                  <a:pt x="222885" y="74027"/>
                </a:moveTo>
                <a:cubicBezTo>
                  <a:pt x="222885" y="63311"/>
                  <a:pt x="221456" y="47952"/>
                  <a:pt x="216456" y="35094"/>
                </a:cubicBezTo>
                <a:cubicBezTo>
                  <a:pt x="232886" y="38308"/>
                  <a:pt x="240744" y="56525"/>
                  <a:pt x="244316" y="67598"/>
                </a:cubicBezTo>
                <a:cubicBezTo>
                  <a:pt x="237887" y="69384"/>
                  <a:pt x="230743" y="71527"/>
                  <a:pt x="222885" y="74027"/>
                </a:cubicBezTo>
                <a:close/>
              </a:path>
            </a:pathLst>
          </a:custGeom>
          <a:solidFill>
            <a:srgbClr val="96BF48"/>
          </a:solidFill>
          <a:ln/>
        </p:spPr>
      </p:sp>
      <p:sp>
        <p:nvSpPr>
          <p:cNvPr id="33" name="Text 31"/>
          <p:cNvSpPr/>
          <p:nvPr/>
        </p:nvSpPr>
        <p:spPr>
          <a:xfrm>
            <a:off x="10769600" y="4114800"/>
            <a:ext cx="228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Shopify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12800" y="4953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818C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MOBILE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12800" y="5334000"/>
            <a:ext cx="2286000" cy="1270000"/>
          </a:xfrm>
          <a:prstGeom prst="rect">
            <a:avLst/>
          </a:prstGeom>
          <a:solidFill>
            <a:srgbClr val="FFFFFF">
              <a:alpha val="6275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733550" y="54610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71438" y="0"/>
                </a:moveTo>
                <a:cubicBezTo>
                  <a:pt x="39916" y="0"/>
                  <a:pt x="14288" y="25628"/>
                  <a:pt x="14288" y="57150"/>
                </a:cubicBezTo>
                <a:lnTo>
                  <a:pt x="14288" y="400050"/>
                </a:lnTo>
                <a:cubicBezTo>
                  <a:pt x="14288" y="431572"/>
                  <a:pt x="39916" y="457200"/>
                  <a:pt x="71438" y="457200"/>
                </a:cubicBezTo>
                <a:lnTo>
                  <a:pt x="271463" y="457200"/>
                </a:lnTo>
                <a:cubicBezTo>
                  <a:pt x="302984" y="457200"/>
                  <a:pt x="328613" y="431572"/>
                  <a:pt x="328613" y="400050"/>
                </a:cubicBezTo>
                <a:lnTo>
                  <a:pt x="328613" y="57150"/>
                </a:lnTo>
                <a:cubicBezTo>
                  <a:pt x="328613" y="25628"/>
                  <a:pt x="302984" y="0"/>
                  <a:pt x="271463" y="0"/>
                </a:cubicBezTo>
                <a:lnTo>
                  <a:pt x="71438" y="0"/>
                </a:lnTo>
                <a:close/>
                <a:moveTo>
                  <a:pt x="135731" y="371475"/>
                </a:moveTo>
                <a:lnTo>
                  <a:pt x="207169" y="371475"/>
                </a:lnTo>
                <a:cubicBezTo>
                  <a:pt x="219045" y="371475"/>
                  <a:pt x="228600" y="381030"/>
                  <a:pt x="228600" y="392906"/>
                </a:cubicBezTo>
                <a:cubicBezTo>
                  <a:pt x="228600" y="404783"/>
                  <a:pt x="219045" y="414338"/>
                  <a:pt x="207169" y="414338"/>
                </a:cubicBezTo>
                <a:lnTo>
                  <a:pt x="135731" y="414338"/>
                </a:lnTo>
                <a:cubicBezTo>
                  <a:pt x="123855" y="414338"/>
                  <a:pt x="114300" y="404783"/>
                  <a:pt x="114300" y="392906"/>
                </a:cubicBezTo>
                <a:cubicBezTo>
                  <a:pt x="114300" y="381030"/>
                  <a:pt x="123855" y="371475"/>
                  <a:pt x="135731" y="371475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37" name="Text 35"/>
          <p:cNvSpPr/>
          <p:nvPr/>
        </p:nvSpPr>
        <p:spPr>
          <a:xfrm>
            <a:off x="812800" y="6019800"/>
            <a:ext cx="228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Flutter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302000" y="5334000"/>
            <a:ext cx="2286000" cy="1270000"/>
          </a:xfrm>
          <a:prstGeom prst="rect">
            <a:avLst/>
          </a:prstGeom>
          <a:solidFill>
            <a:srgbClr val="FFFFFF">
              <a:alpha val="6275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137025" y="5461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0" y="300038"/>
                </a:moveTo>
                <a:cubicBezTo>
                  <a:pt x="0" y="371029"/>
                  <a:pt x="57596" y="428625"/>
                  <a:pt x="128588" y="428625"/>
                </a:cubicBezTo>
                <a:lnTo>
                  <a:pt x="400050" y="428625"/>
                </a:lnTo>
                <a:cubicBezTo>
                  <a:pt x="463183" y="428625"/>
                  <a:pt x="514350" y="377458"/>
                  <a:pt x="514350" y="314325"/>
                </a:cubicBezTo>
                <a:cubicBezTo>
                  <a:pt x="514350" y="268248"/>
                  <a:pt x="487114" y="228511"/>
                  <a:pt x="447824" y="210473"/>
                </a:cubicBezTo>
                <a:cubicBezTo>
                  <a:pt x="453807" y="198775"/>
                  <a:pt x="457200" y="185470"/>
                  <a:pt x="457200" y="171450"/>
                </a:cubicBezTo>
                <a:cubicBezTo>
                  <a:pt x="457200" y="124123"/>
                  <a:pt x="418802" y="85725"/>
                  <a:pt x="371475" y="85725"/>
                </a:cubicBezTo>
                <a:cubicBezTo>
                  <a:pt x="355669" y="85725"/>
                  <a:pt x="340935" y="90011"/>
                  <a:pt x="328255" y="97423"/>
                </a:cubicBezTo>
                <a:cubicBezTo>
                  <a:pt x="306735" y="56525"/>
                  <a:pt x="263783" y="28575"/>
                  <a:pt x="214313" y="28575"/>
                </a:cubicBezTo>
                <a:cubicBezTo>
                  <a:pt x="143321" y="28575"/>
                  <a:pt x="85725" y="86171"/>
                  <a:pt x="85725" y="157163"/>
                </a:cubicBezTo>
                <a:cubicBezTo>
                  <a:pt x="85725" y="164306"/>
                  <a:pt x="86350" y="171361"/>
                  <a:pt x="87422" y="178147"/>
                </a:cubicBezTo>
                <a:cubicBezTo>
                  <a:pt x="36612" y="195292"/>
                  <a:pt x="0" y="243423"/>
                  <a:pt x="0" y="300038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0" name="Text 38"/>
          <p:cNvSpPr/>
          <p:nvPr/>
        </p:nvSpPr>
        <p:spPr>
          <a:xfrm>
            <a:off x="3302000" y="6019800"/>
            <a:ext cx="228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791200" y="4953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818C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&amp; TOOLS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791200" y="5334000"/>
            <a:ext cx="2286000" cy="1270000"/>
          </a:xfrm>
          <a:prstGeom prst="rect">
            <a:avLst/>
          </a:prstGeom>
          <a:solidFill>
            <a:srgbClr val="FFFFFF">
              <a:alpha val="6275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654800" y="546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07156" y="50006"/>
                </a:moveTo>
                <a:cubicBezTo>
                  <a:pt x="107156" y="22414"/>
                  <a:pt x="129570" y="0"/>
                  <a:pt x="157163" y="0"/>
                </a:cubicBezTo>
                <a:lnTo>
                  <a:pt x="178594" y="0"/>
                </a:lnTo>
                <a:cubicBezTo>
                  <a:pt x="194399" y="0"/>
                  <a:pt x="207169" y="12769"/>
                  <a:pt x="207169" y="28575"/>
                </a:cubicBezTo>
                <a:lnTo>
                  <a:pt x="207169" y="428625"/>
                </a:lnTo>
                <a:cubicBezTo>
                  <a:pt x="207169" y="444431"/>
                  <a:pt x="194399" y="457200"/>
                  <a:pt x="178594" y="457200"/>
                </a:cubicBezTo>
                <a:lnTo>
                  <a:pt x="150019" y="457200"/>
                </a:lnTo>
                <a:cubicBezTo>
                  <a:pt x="123408" y="457200"/>
                  <a:pt x="100995" y="438983"/>
                  <a:pt x="94655" y="414338"/>
                </a:cubicBezTo>
                <a:cubicBezTo>
                  <a:pt x="94030" y="414338"/>
                  <a:pt x="93494" y="414338"/>
                  <a:pt x="92869" y="414338"/>
                </a:cubicBezTo>
                <a:cubicBezTo>
                  <a:pt x="53400" y="414338"/>
                  <a:pt x="21431" y="382369"/>
                  <a:pt x="21431" y="342900"/>
                </a:cubicBezTo>
                <a:cubicBezTo>
                  <a:pt x="21431" y="326827"/>
                  <a:pt x="26789" y="312003"/>
                  <a:pt x="35719" y="300038"/>
                </a:cubicBezTo>
                <a:cubicBezTo>
                  <a:pt x="18395" y="287000"/>
                  <a:pt x="7144" y="266283"/>
                  <a:pt x="7144" y="242888"/>
                </a:cubicBezTo>
                <a:cubicBezTo>
                  <a:pt x="7144" y="215295"/>
                  <a:pt x="22860" y="191274"/>
                  <a:pt x="45720" y="179397"/>
                </a:cubicBezTo>
                <a:cubicBezTo>
                  <a:pt x="39380" y="168682"/>
                  <a:pt x="35719" y="156180"/>
                  <a:pt x="35719" y="142875"/>
                </a:cubicBezTo>
                <a:cubicBezTo>
                  <a:pt x="35719" y="103406"/>
                  <a:pt x="67687" y="71438"/>
                  <a:pt x="107156" y="71438"/>
                </a:cubicBezTo>
                <a:lnTo>
                  <a:pt x="107156" y="50006"/>
                </a:lnTo>
                <a:close/>
                <a:moveTo>
                  <a:pt x="350044" y="50006"/>
                </a:moveTo>
                <a:lnTo>
                  <a:pt x="350044" y="71438"/>
                </a:lnTo>
                <a:cubicBezTo>
                  <a:pt x="389513" y="71438"/>
                  <a:pt x="421481" y="103406"/>
                  <a:pt x="421481" y="142875"/>
                </a:cubicBezTo>
                <a:cubicBezTo>
                  <a:pt x="421481" y="156270"/>
                  <a:pt x="417820" y="168771"/>
                  <a:pt x="411480" y="179397"/>
                </a:cubicBezTo>
                <a:cubicBezTo>
                  <a:pt x="434429" y="191274"/>
                  <a:pt x="450056" y="215205"/>
                  <a:pt x="450056" y="242888"/>
                </a:cubicBezTo>
                <a:cubicBezTo>
                  <a:pt x="450056" y="266283"/>
                  <a:pt x="438805" y="287000"/>
                  <a:pt x="421481" y="300038"/>
                </a:cubicBezTo>
                <a:cubicBezTo>
                  <a:pt x="430411" y="312003"/>
                  <a:pt x="435769" y="326827"/>
                  <a:pt x="435769" y="342900"/>
                </a:cubicBezTo>
                <a:cubicBezTo>
                  <a:pt x="435769" y="382369"/>
                  <a:pt x="403800" y="414338"/>
                  <a:pt x="364331" y="414338"/>
                </a:cubicBezTo>
                <a:cubicBezTo>
                  <a:pt x="363706" y="414338"/>
                  <a:pt x="363170" y="414338"/>
                  <a:pt x="362545" y="414338"/>
                </a:cubicBezTo>
                <a:cubicBezTo>
                  <a:pt x="356205" y="438983"/>
                  <a:pt x="333792" y="457200"/>
                  <a:pt x="307181" y="457200"/>
                </a:cubicBezTo>
                <a:lnTo>
                  <a:pt x="278606" y="457200"/>
                </a:lnTo>
                <a:cubicBezTo>
                  <a:pt x="262801" y="457200"/>
                  <a:pt x="250031" y="444431"/>
                  <a:pt x="250031" y="428625"/>
                </a:cubicBezTo>
                <a:lnTo>
                  <a:pt x="250031" y="28575"/>
                </a:lnTo>
                <a:cubicBezTo>
                  <a:pt x="250031" y="12769"/>
                  <a:pt x="262801" y="0"/>
                  <a:pt x="278606" y="0"/>
                </a:cubicBezTo>
                <a:lnTo>
                  <a:pt x="300038" y="0"/>
                </a:lnTo>
                <a:cubicBezTo>
                  <a:pt x="327630" y="0"/>
                  <a:pt x="350044" y="22414"/>
                  <a:pt x="350044" y="5000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4" name="Text 42"/>
          <p:cNvSpPr/>
          <p:nvPr/>
        </p:nvSpPr>
        <p:spPr>
          <a:xfrm>
            <a:off x="5791200" y="6019800"/>
            <a:ext cx="228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AI/ML Tools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12800" y="6985000"/>
            <a:ext cx="14630400" cy="0"/>
          </a:xfrm>
          <a:prstGeom prst="straightConnector1">
            <a:avLst/>
          </a:prstGeom>
          <a:noFill/>
          <a:ln w="12700">
            <a:solidFill>
              <a:srgbClr val="FFFFFF">
                <a:alpha val="8235"/>
              </a:srgbClr>
            </a:solidFill>
            <a:prstDash val="solid"/>
            <a:headEnd type="none"/>
            <a:tailEnd type="none"/>
          </a:ln>
        </p:spPr>
      </p:sp>
      <p:sp>
        <p:nvSpPr>
          <p:cNvPr id="46" name="Text 44"/>
          <p:cNvSpPr/>
          <p:nvPr/>
        </p:nvSpPr>
        <p:spPr>
          <a:xfrm>
            <a:off x="812800" y="7239000"/>
            <a:ext cx="1016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continuously evaluate and adopt emerging technologies to keep our clients ahead.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2954000" y="7188200"/>
            <a:ext cx="2489200" cy="457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8" name="Text 46"/>
          <p:cNvSpPr/>
          <p:nvPr/>
        </p:nvSpPr>
        <p:spPr>
          <a:xfrm>
            <a:off x="12954000" y="7188200"/>
            <a:ext cx="2489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Always Evolving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60400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127000"/>
            <a:ext cx="13335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Results, Achievements &amp; Client Stories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113000" y="127000"/>
            <a:ext cx="76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5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2800" y="2184400"/>
            <a:ext cx="14630400" cy="0"/>
          </a:xfrm>
          <a:prstGeom prst="straightConnector1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812800" y="23368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62B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Client Testimonials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12800" y="2794000"/>
            <a:ext cx="4673600" cy="27940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8" name="Shape 6"/>
          <p:cNvSpPr/>
          <p:nvPr/>
        </p:nvSpPr>
        <p:spPr>
          <a:xfrm>
            <a:off x="812800" y="2794000"/>
            <a:ext cx="4673600" cy="381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1035050" y="29972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0" y="128588"/>
                </a:moveTo>
                <a:cubicBezTo>
                  <a:pt x="0" y="89118"/>
                  <a:pt x="31968" y="57150"/>
                  <a:pt x="71438" y="57150"/>
                </a:cubicBezTo>
                <a:lnTo>
                  <a:pt x="76200" y="57150"/>
                </a:lnTo>
                <a:cubicBezTo>
                  <a:pt x="86737" y="57150"/>
                  <a:pt x="95250" y="65663"/>
                  <a:pt x="95250" y="76200"/>
                </a:cubicBezTo>
                <a:cubicBezTo>
                  <a:pt x="95250" y="86737"/>
                  <a:pt x="86737" y="95250"/>
                  <a:pt x="76200" y="95250"/>
                </a:cubicBezTo>
                <a:lnTo>
                  <a:pt x="71438" y="95250"/>
                </a:lnTo>
                <a:cubicBezTo>
                  <a:pt x="53042" y="95250"/>
                  <a:pt x="38100" y="110192"/>
                  <a:pt x="38100" y="128588"/>
                </a:cubicBezTo>
                <a:lnTo>
                  <a:pt x="38100" y="133350"/>
                </a:lnTo>
                <a:lnTo>
                  <a:pt x="76200" y="133350"/>
                </a:lnTo>
                <a:cubicBezTo>
                  <a:pt x="97215" y="133350"/>
                  <a:pt x="114300" y="150435"/>
                  <a:pt x="114300" y="171450"/>
                </a:cubicBezTo>
                <a:lnTo>
                  <a:pt x="114300" y="209550"/>
                </a:lnTo>
                <a:cubicBezTo>
                  <a:pt x="114300" y="230565"/>
                  <a:pt x="97215" y="247650"/>
                  <a:pt x="76200" y="247650"/>
                </a:cubicBezTo>
                <a:lnTo>
                  <a:pt x="38100" y="247650"/>
                </a:lnTo>
                <a:cubicBezTo>
                  <a:pt x="17085" y="247650"/>
                  <a:pt x="0" y="230565"/>
                  <a:pt x="0" y="209550"/>
                </a:cubicBezTo>
                <a:lnTo>
                  <a:pt x="0" y="128588"/>
                </a:lnTo>
                <a:close/>
                <a:moveTo>
                  <a:pt x="152400" y="128588"/>
                </a:moveTo>
                <a:cubicBezTo>
                  <a:pt x="152400" y="89118"/>
                  <a:pt x="184368" y="57150"/>
                  <a:pt x="223838" y="57150"/>
                </a:cubicBezTo>
                <a:lnTo>
                  <a:pt x="228600" y="57150"/>
                </a:lnTo>
                <a:cubicBezTo>
                  <a:pt x="239137" y="57150"/>
                  <a:pt x="247650" y="65663"/>
                  <a:pt x="247650" y="76200"/>
                </a:cubicBezTo>
                <a:cubicBezTo>
                  <a:pt x="247650" y="86737"/>
                  <a:pt x="239137" y="95250"/>
                  <a:pt x="228600" y="95250"/>
                </a:cubicBezTo>
                <a:lnTo>
                  <a:pt x="223838" y="95250"/>
                </a:lnTo>
                <a:cubicBezTo>
                  <a:pt x="205442" y="95250"/>
                  <a:pt x="190500" y="110192"/>
                  <a:pt x="190500" y="128588"/>
                </a:cubicBezTo>
                <a:lnTo>
                  <a:pt x="190500" y="133350"/>
                </a:lnTo>
                <a:lnTo>
                  <a:pt x="228600" y="133350"/>
                </a:lnTo>
                <a:cubicBezTo>
                  <a:pt x="249615" y="133350"/>
                  <a:pt x="266700" y="150435"/>
                  <a:pt x="266700" y="171450"/>
                </a:cubicBezTo>
                <a:lnTo>
                  <a:pt x="266700" y="209550"/>
                </a:lnTo>
                <a:cubicBezTo>
                  <a:pt x="266700" y="230565"/>
                  <a:pt x="249615" y="247650"/>
                  <a:pt x="228600" y="247650"/>
                </a:cubicBezTo>
                <a:lnTo>
                  <a:pt x="190500" y="247650"/>
                </a:lnTo>
                <a:cubicBezTo>
                  <a:pt x="169485" y="247650"/>
                  <a:pt x="152400" y="230565"/>
                  <a:pt x="152400" y="209550"/>
                </a:cubicBezTo>
                <a:lnTo>
                  <a:pt x="152400" y="128588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3403600"/>
            <a:ext cx="42672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ZapInnovative transformed our digital presence completely. Our online revenue increased by 180% within 6 months.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4826000"/>
            <a:ext cx="42672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CEO, E-Commerce Brand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6000" y="5130800"/>
            <a:ext cx="42672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★★★★★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91200" y="2794000"/>
            <a:ext cx="4673600" cy="27940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791200" y="2794000"/>
            <a:ext cx="4673600" cy="381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Shape 13"/>
          <p:cNvSpPr/>
          <p:nvPr/>
        </p:nvSpPr>
        <p:spPr>
          <a:xfrm>
            <a:off x="6013450" y="29972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0" y="128588"/>
                </a:moveTo>
                <a:cubicBezTo>
                  <a:pt x="0" y="89118"/>
                  <a:pt x="31968" y="57150"/>
                  <a:pt x="71438" y="57150"/>
                </a:cubicBezTo>
                <a:lnTo>
                  <a:pt x="76200" y="57150"/>
                </a:lnTo>
                <a:cubicBezTo>
                  <a:pt x="86737" y="57150"/>
                  <a:pt x="95250" y="65663"/>
                  <a:pt x="95250" y="76200"/>
                </a:cubicBezTo>
                <a:cubicBezTo>
                  <a:pt x="95250" y="86737"/>
                  <a:pt x="86737" y="95250"/>
                  <a:pt x="76200" y="95250"/>
                </a:cubicBezTo>
                <a:lnTo>
                  <a:pt x="71438" y="95250"/>
                </a:lnTo>
                <a:cubicBezTo>
                  <a:pt x="53042" y="95250"/>
                  <a:pt x="38100" y="110192"/>
                  <a:pt x="38100" y="128588"/>
                </a:cubicBezTo>
                <a:lnTo>
                  <a:pt x="38100" y="133350"/>
                </a:lnTo>
                <a:lnTo>
                  <a:pt x="76200" y="133350"/>
                </a:lnTo>
                <a:cubicBezTo>
                  <a:pt x="97215" y="133350"/>
                  <a:pt x="114300" y="150435"/>
                  <a:pt x="114300" y="171450"/>
                </a:cubicBezTo>
                <a:lnTo>
                  <a:pt x="114300" y="209550"/>
                </a:lnTo>
                <a:cubicBezTo>
                  <a:pt x="114300" y="230565"/>
                  <a:pt x="97215" y="247650"/>
                  <a:pt x="76200" y="247650"/>
                </a:cubicBezTo>
                <a:lnTo>
                  <a:pt x="38100" y="247650"/>
                </a:lnTo>
                <a:cubicBezTo>
                  <a:pt x="17085" y="247650"/>
                  <a:pt x="0" y="230565"/>
                  <a:pt x="0" y="209550"/>
                </a:cubicBezTo>
                <a:lnTo>
                  <a:pt x="0" y="128588"/>
                </a:lnTo>
                <a:close/>
                <a:moveTo>
                  <a:pt x="152400" y="128588"/>
                </a:moveTo>
                <a:cubicBezTo>
                  <a:pt x="152400" y="89118"/>
                  <a:pt x="184368" y="57150"/>
                  <a:pt x="223838" y="57150"/>
                </a:cubicBezTo>
                <a:lnTo>
                  <a:pt x="228600" y="57150"/>
                </a:lnTo>
                <a:cubicBezTo>
                  <a:pt x="239137" y="57150"/>
                  <a:pt x="247650" y="65663"/>
                  <a:pt x="247650" y="76200"/>
                </a:cubicBezTo>
                <a:cubicBezTo>
                  <a:pt x="247650" y="86737"/>
                  <a:pt x="239137" y="95250"/>
                  <a:pt x="228600" y="95250"/>
                </a:cubicBezTo>
                <a:lnTo>
                  <a:pt x="223838" y="95250"/>
                </a:lnTo>
                <a:cubicBezTo>
                  <a:pt x="205442" y="95250"/>
                  <a:pt x="190500" y="110192"/>
                  <a:pt x="190500" y="128588"/>
                </a:cubicBezTo>
                <a:lnTo>
                  <a:pt x="190500" y="133350"/>
                </a:lnTo>
                <a:lnTo>
                  <a:pt x="228600" y="133350"/>
                </a:lnTo>
                <a:cubicBezTo>
                  <a:pt x="249615" y="133350"/>
                  <a:pt x="266700" y="150435"/>
                  <a:pt x="266700" y="171450"/>
                </a:cubicBezTo>
                <a:lnTo>
                  <a:pt x="266700" y="209550"/>
                </a:lnTo>
                <a:cubicBezTo>
                  <a:pt x="266700" y="230565"/>
                  <a:pt x="249615" y="247650"/>
                  <a:pt x="228600" y="247650"/>
                </a:cubicBezTo>
                <a:lnTo>
                  <a:pt x="190500" y="247650"/>
                </a:lnTo>
                <a:cubicBezTo>
                  <a:pt x="169485" y="247650"/>
                  <a:pt x="152400" y="230565"/>
                  <a:pt x="152400" y="209550"/>
                </a:cubicBezTo>
                <a:lnTo>
                  <a:pt x="152400" y="128588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5994400" y="3403600"/>
            <a:ext cx="42672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team's expertise in AI integration helped us automate 70% of our customer support operations.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94400" y="4826000"/>
            <a:ext cx="42672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CTO, SaaS Company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94400" y="5130800"/>
            <a:ext cx="42672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★★★★★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769600" y="2794000"/>
            <a:ext cx="4673600" cy="27940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0" name="Shape 18"/>
          <p:cNvSpPr/>
          <p:nvPr/>
        </p:nvSpPr>
        <p:spPr>
          <a:xfrm>
            <a:off x="10769600" y="2794000"/>
            <a:ext cx="4673600" cy="381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Shape 19"/>
          <p:cNvSpPr/>
          <p:nvPr/>
        </p:nvSpPr>
        <p:spPr>
          <a:xfrm>
            <a:off x="10991850" y="29972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0" y="128588"/>
                </a:moveTo>
                <a:cubicBezTo>
                  <a:pt x="0" y="89118"/>
                  <a:pt x="31968" y="57150"/>
                  <a:pt x="71438" y="57150"/>
                </a:cubicBezTo>
                <a:lnTo>
                  <a:pt x="76200" y="57150"/>
                </a:lnTo>
                <a:cubicBezTo>
                  <a:pt x="86737" y="57150"/>
                  <a:pt x="95250" y="65663"/>
                  <a:pt x="95250" y="76200"/>
                </a:cubicBezTo>
                <a:cubicBezTo>
                  <a:pt x="95250" y="86737"/>
                  <a:pt x="86737" y="95250"/>
                  <a:pt x="76200" y="95250"/>
                </a:cubicBezTo>
                <a:lnTo>
                  <a:pt x="71438" y="95250"/>
                </a:lnTo>
                <a:cubicBezTo>
                  <a:pt x="53042" y="95250"/>
                  <a:pt x="38100" y="110192"/>
                  <a:pt x="38100" y="128588"/>
                </a:cubicBezTo>
                <a:lnTo>
                  <a:pt x="38100" y="133350"/>
                </a:lnTo>
                <a:lnTo>
                  <a:pt x="76200" y="133350"/>
                </a:lnTo>
                <a:cubicBezTo>
                  <a:pt x="97215" y="133350"/>
                  <a:pt x="114300" y="150435"/>
                  <a:pt x="114300" y="171450"/>
                </a:cubicBezTo>
                <a:lnTo>
                  <a:pt x="114300" y="209550"/>
                </a:lnTo>
                <a:cubicBezTo>
                  <a:pt x="114300" y="230565"/>
                  <a:pt x="97215" y="247650"/>
                  <a:pt x="76200" y="247650"/>
                </a:cubicBezTo>
                <a:lnTo>
                  <a:pt x="38100" y="247650"/>
                </a:lnTo>
                <a:cubicBezTo>
                  <a:pt x="17085" y="247650"/>
                  <a:pt x="0" y="230565"/>
                  <a:pt x="0" y="209550"/>
                </a:cubicBezTo>
                <a:lnTo>
                  <a:pt x="0" y="128588"/>
                </a:lnTo>
                <a:close/>
                <a:moveTo>
                  <a:pt x="152400" y="128588"/>
                </a:moveTo>
                <a:cubicBezTo>
                  <a:pt x="152400" y="89118"/>
                  <a:pt x="184368" y="57150"/>
                  <a:pt x="223838" y="57150"/>
                </a:cubicBezTo>
                <a:lnTo>
                  <a:pt x="228600" y="57150"/>
                </a:lnTo>
                <a:cubicBezTo>
                  <a:pt x="239137" y="57150"/>
                  <a:pt x="247650" y="65663"/>
                  <a:pt x="247650" y="76200"/>
                </a:cubicBezTo>
                <a:cubicBezTo>
                  <a:pt x="247650" y="86737"/>
                  <a:pt x="239137" y="95250"/>
                  <a:pt x="228600" y="95250"/>
                </a:cubicBezTo>
                <a:lnTo>
                  <a:pt x="223838" y="95250"/>
                </a:lnTo>
                <a:cubicBezTo>
                  <a:pt x="205442" y="95250"/>
                  <a:pt x="190500" y="110192"/>
                  <a:pt x="190500" y="128588"/>
                </a:cubicBezTo>
                <a:lnTo>
                  <a:pt x="190500" y="133350"/>
                </a:lnTo>
                <a:lnTo>
                  <a:pt x="228600" y="133350"/>
                </a:lnTo>
                <a:cubicBezTo>
                  <a:pt x="249615" y="133350"/>
                  <a:pt x="266700" y="150435"/>
                  <a:pt x="266700" y="171450"/>
                </a:cubicBezTo>
                <a:lnTo>
                  <a:pt x="266700" y="209550"/>
                </a:lnTo>
                <a:cubicBezTo>
                  <a:pt x="266700" y="230565"/>
                  <a:pt x="249615" y="247650"/>
                  <a:pt x="228600" y="247650"/>
                </a:cubicBezTo>
                <a:lnTo>
                  <a:pt x="190500" y="247650"/>
                </a:lnTo>
                <a:cubicBezTo>
                  <a:pt x="169485" y="247650"/>
                  <a:pt x="152400" y="230565"/>
                  <a:pt x="152400" y="209550"/>
                </a:cubicBezTo>
                <a:lnTo>
                  <a:pt x="152400" y="128588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0" y="3403600"/>
            <a:ext cx="42672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Professional, responsive, and incredibly talented. They delivered our mobile app 2 weeks ahead of schedule.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72800" y="4826000"/>
            <a:ext cx="42672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Founder, HealthTech Startup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972800" y="5130800"/>
            <a:ext cx="42672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★★★★★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12800" y="5892800"/>
            <a:ext cx="14630400" cy="1016000"/>
          </a:xfrm>
          <a:prstGeom prst="rect">
            <a:avLst/>
          </a:prstGeom>
          <a:solidFill>
            <a:srgbClr val="0A0E27"/>
          </a:solidFill>
          <a:ln/>
        </p:spPr>
      </p:sp>
      <p:sp>
        <p:nvSpPr>
          <p:cNvPr id="26" name="Text 24"/>
          <p:cNvSpPr/>
          <p:nvPr/>
        </p:nvSpPr>
        <p:spPr>
          <a:xfrm>
            <a:off x="1066800" y="6045200"/>
            <a:ext cx="1016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Empowering Businesses Through Innovation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66800" y="6451600"/>
            <a:ext cx="1016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Technology, and Digital Excellence.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4478000" y="6096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71807" y="0"/>
                </a:moveTo>
                <a:lnTo>
                  <a:pt x="438507" y="0"/>
                </a:lnTo>
                <a:cubicBezTo>
                  <a:pt x="470059" y="0"/>
                  <a:pt x="495776" y="25956"/>
                  <a:pt x="494586" y="57388"/>
                </a:cubicBezTo>
                <a:cubicBezTo>
                  <a:pt x="494348" y="63698"/>
                  <a:pt x="494109" y="70009"/>
                  <a:pt x="493752" y="76200"/>
                </a:cubicBezTo>
                <a:lnTo>
                  <a:pt x="552807" y="76200"/>
                </a:lnTo>
                <a:cubicBezTo>
                  <a:pt x="583883" y="76200"/>
                  <a:pt x="611267" y="101918"/>
                  <a:pt x="608886" y="135493"/>
                </a:cubicBezTo>
                <a:cubicBezTo>
                  <a:pt x="599956" y="258961"/>
                  <a:pt x="536853" y="326827"/>
                  <a:pt x="468392" y="362307"/>
                </a:cubicBezTo>
                <a:cubicBezTo>
                  <a:pt x="449580" y="372070"/>
                  <a:pt x="430411" y="379333"/>
                  <a:pt x="412194" y="384691"/>
                </a:cubicBezTo>
                <a:cubicBezTo>
                  <a:pt x="388144" y="418743"/>
                  <a:pt x="363141" y="436721"/>
                  <a:pt x="343257" y="446365"/>
                </a:cubicBezTo>
                <a:lnTo>
                  <a:pt x="343257" y="533400"/>
                </a:lnTo>
                <a:lnTo>
                  <a:pt x="419457" y="533400"/>
                </a:lnTo>
                <a:cubicBezTo>
                  <a:pt x="440531" y="533400"/>
                  <a:pt x="457557" y="550426"/>
                  <a:pt x="457557" y="571500"/>
                </a:cubicBezTo>
                <a:cubicBezTo>
                  <a:pt x="457557" y="592574"/>
                  <a:pt x="440531" y="609600"/>
                  <a:pt x="419457" y="609600"/>
                </a:cubicBezTo>
                <a:lnTo>
                  <a:pt x="190857" y="609600"/>
                </a:lnTo>
                <a:cubicBezTo>
                  <a:pt x="169783" y="609600"/>
                  <a:pt x="152757" y="592574"/>
                  <a:pt x="152757" y="571500"/>
                </a:cubicBezTo>
                <a:cubicBezTo>
                  <a:pt x="152757" y="550426"/>
                  <a:pt x="169783" y="533400"/>
                  <a:pt x="190857" y="533400"/>
                </a:cubicBezTo>
                <a:lnTo>
                  <a:pt x="267057" y="533400"/>
                </a:lnTo>
                <a:lnTo>
                  <a:pt x="267057" y="446365"/>
                </a:lnTo>
                <a:cubicBezTo>
                  <a:pt x="248007" y="437197"/>
                  <a:pt x="224314" y="420172"/>
                  <a:pt x="201216" y="388858"/>
                </a:cubicBezTo>
                <a:cubicBezTo>
                  <a:pt x="179308" y="383143"/>
                  <a:pt x="155496" y="374452"/>
                  <a:pt x="132278" y="361355"/>
                </a:cubicBezTo>
                <a:cubicBezTo>
                  <a:pt x="67866" y="325279"/>
                  <a:pt x="9763" y="257294"/>
                  <a:pt x="1429" y="135255"/>
                </a:cubicBezTo>
                <a:cubicBezTo>
                  <a:pt x="-833" y="101798"/>
                  <a:pt x="26432" y="76081"/>
                  <a:pt x="57507" y="76081"/>
                </a:cubicBezTo>
                <a:lnTo>
                  <a:pt x="116562" y="76081"/>
                </a:lnTo>
                <a:cubicBezTo>
                  <a:pt x="116205" y="69890"/>
                  <a:pt x="115967" y="63698"/>
                  <a:pt x="115729" y="57269"/>
                </a:cubicBezTo>
                <a:cubicBezTo>
                  <a:pt x="114538" y="25717"/>
                  <a:pt x="140256" y="-119"/>
                  <a:pt x="171807" y="-119"/>
                </a:cubicBezTo>
                <a:close/>
                <a:moveTo>
                  <a:pt x="120848" y="133350"/>
                </a:moveTo>
                <a:lnTo>
                  <a:pt x="58460" y="133350"/>
                </a:lnTo>
                <a:cubicBezTo>
                  <a:pt x="65842" y="234196"/>
                  <a:pt x="112157" y="284678"/>
                  <a:pt x="159901" y="311468"/>
                </a:cubicBezTo>
                <a:cubicBezTo>
                  <a:pt x="142756" y="267057"/>
                  <a:pt x="128588" y="209074"/>
                  <a:pt x="120848" y="133350"/>
                </a:cubicBezTo>
                <a:close/>
                <a:moveTo>
                  <a:pt x="452437" y="305753"/>
                </a:moveTo>
                <a:cubicBezTo>
                  <a:pt x="500658" y="277416"/>
                  <a:pt x="544235" y="227052"/>
                  <a:pt x="551617" y="133350"/>
                </a:cubicBezTo>
                <a:lnTo>
                  <a:pt x="489347" y="133350"/>
                </a:lnTo>
                <a:cubicBezTo>
                  <a:pt x="481965" y="205859"/>
                  <a:pt x="468630" y="262176"/>
                  <a:pt x="452437" y="30575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9" name="Text 27"/>
          <p:cNvSpPr/>
          <p:nvPr/>
        </p:nvSpPr>
        <p:spPr>
          <a:xfrm>
            <a:off x="812800" y="8636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ZapInnovative — Client Results &amp; Testimonials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5lqjtotj5su5e/mnt/agents/output/zapinnovative/images/7_Purple_Technology_Background_Vector.png">    </p:cNvPr>
          <p:cNvPicPr>
            <a:picLocks noChangeAspect="1"/>
          </p:cNvPicPr>
          <p:nvPr/>
        </p:nvPicPr>
        <p:blipFill>
          <a:blip r:embed="rId1"/>
          <a:srcRect l="0" r="0" t="6045" b="604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30712">
                  <a:alpha val="87000"/>
                </a:srgbClr>
              </a:gs>
              <a:gs pos="50000">
                <a:srgbClr val="030712">
                  <a:alpha val="93000"/>
                </a:srgbClr>
              </a:gs>
              <a:gs pos="100000">
                <a:srgbClr val="030712">
                  <a:alpha val="96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524000" cy="1524000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FFFFFF">
                <a:alpha val="3137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4732000" y="7620000"/>
            <a:ext cx="1524000" cy="1524000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FFFFFF">
                <a:alpha val="3137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27950" y="508000"/>
            <a:ext cx="800100" cy="914400"/>
          </a:xfrm>
          <a:custGeom>
            <a:avLst/>
            <a:gdLst/>
            <a:ahLst/>
            <a:cxnLst/>
            <a:rect l="l" t="t" r="r" b="b"/>
            <a:pathLst>
              <a:path w="800100" h="914400">
                <a:moveTo>
                  <a:pt x="605076" y="-17681"/>
                </a:moveTo>
                <a:cubicBezTo>
                  <a:pt x="626328" y="-2322"/>
                  <a:pt x="634186" y="25539"/>
                  <a:pt x="624542" y="49828"/>
                </a:cubicBezTo>
                <a:lnTo>
                  <a:pt x="484525" y="400050"/>
                </a:lnTo>
                <a:lnTo>
                  <a:pt x="742950" y="400050"/>
                </a:lnTo>
                <a:cubicBezTo>
                  <a:pt x="767060" y="400050"/>
                  <a:pt x="788491" y="415052"/>
                  <a:pt x="796707" y="437733"/>
                </a:cubicBezTo>
                <a:cubicBezTo>
                  <a:pt x="804922" y="460415"/>
                  <a:pt x="797957" y="485775"/>
                  <a:pt x="779562" y="501134"/>
                </a:cubicBezTo>
                <a:lnTo>
                  <a:pt x="265212" y="929759"/>
                </a:lnTo>
                <a:cubicBezTo>
                  <a:pt x="245031" y="946547"/>
                  <a:pt x="216277" y="947440"/>
                  <a:pt x="195024" y="932081"/>
                </a:cubicBezTo>
                <a:cubicBezTo>
                  <a:pt x="173772" y="916722"/>
                  <a:pt x="165914" y="888861"/>
                  <a:pt x="175558" y="864572"/>
                </a:cubicBezTo>
                <a:lnTo>
                  <a:pt x="315575" y="514350"/>
                </a:lnTo>
                <a:lnTo>
                  <a:pt x="57150" y="514350"/>
                </a:lnTo>
                <a:cubicBezTo>
                  <a:pt x="33040" y="514350"/>
                  <a:pt x="11609" y="499348"/>
                  <a:pt x="3393" y="476667"/>
                </a:cubicBezTo>
                <a:cubicBezTo>
                  <a:pt x="-4822" y="453985"/>
                  <a:pt x="2143" y="428625"/>
                  <a:pt x="20538" y="413266"/>
                </a:cubicBezTo>
                <a:lnTo>
                  <a:pt x="534888" y="-15359"/>
                </a:lnTo>
                <a:cubicBezTo>
                  <a:pt x="555069" y="-32147"/>
                  <a:pt x="583823" y="-33040"/>
                  <a:pt x="605076" y="-1768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" name="Text 4"/>
          <p:cNvSpPr/>
          <p:nvPr/>
        </p:nvSpPr>
        <p:spPr>
          <a:xfrm>
            <a:off x="3048000" y="1524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Let's Build the Future Together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858000" y="2260600"/>
            <a:ext cx="2540000" cy="0"/>
          </a:xfrm>
          <a:prstGeom prst="straightConnector1">
            <a:avLst/>
          </a:prstGeom>
          <a:noFill/>
          <a:ln w="6350">
            <a:solidFill>
              <a:srgbClr val="6366F1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6858000" y="2311400"/>
            <a:ext cx="2540000" cy="0"/>
          </a:xfrm>
          <a:prstGeom prst="straightConnector1">
            <a:avLst/>
          </a:prstGeom>
          <a:noFill/>
          <a:ln w="6350">
            <a:solidFill>
              <a:srgbClr val="8B5CF6"/>
            </a:solidFill>
            <a:prstDash val="solid"/>
            <a:headEnd type="none"/>
            <a:tailEnd type="none"/>
          </a:ln>
        </p:spPr>
      </p:sp>
      <p:sp>
        <p:nvSpPr>
          <p:cNvPr id="10" name="Text 7"/>
          <p:cNvSpPr/>
          <p:nvPr/>
        </p:nvSpPr>
        <p:spPr>
          <a:xfrm>
            <a:off x="1778000" y="2540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818C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Future Vision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778000" y="3098800"/>
            <a:ext cx="152400" cy="152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2" name="Text 9"/>
          <p:cNvSpPr/>
          <p:nvPr/>
        </p:nvSpPr>
        <p:spPr>
          <a:xfrm>
            <a:off x="2082800" y="2997200"/>
            <a:ext cx="1066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818C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Integration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Leading the AI revolution in business solutions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778000" y="3606800"/>
            <a:ext cx="152400" cy="1524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1"/>
          <p:cNvSpPr/>
          <p:nvPr/>
        </p:nvSpPr>
        <p:spPr>
          <a:xfrm>
            <a:off x="2082800" y="3505200"/>
            <a:ext cx="1066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818C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Expansion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Serving clients across 30+ countries by 2028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778000" y="4114800"/>
            <a:ext cx="152400" cy="1524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3"/>
          <p:cNvSpPr/>
          <p:nvPr/>
        </p:nvSpPr>
        <p:spPr>
          <a:xfrm>
            <a:off x="2082800" y="4013200"/>
            <a:ext cx="1066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818C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Digital Transformation Leadership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Pioneering next-gen solutions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778000" y="4622800"/>
            <a:ext cx="152400" cy="152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8" name="Text 15"/>
          <p:cNvSpPr/>
          <p:nvPr/>
        </p:nvSpPr>
        <p:spPr>
          <a:xfrm>
            <a:off x="2082800" y="4521200"/>
            <a:ext cx="1066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818C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Innovation-Focused Growth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500+ projects and 100+ team members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1778000" y="5080000"/>
            <a:ext cx="12700000" cy="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Text 17"/>
          <p:cNvSpPr/>
          <p:nvPr/>
        </p:nvSpPr>
        <p:spPr>
          <a:xfrm>
            <a:off x="1778000" y="52832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818C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 In Touch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778000" y="57658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zapinnovative.com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778000" y="61468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hello@zapinnovative.com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778000" y="65278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+91-XXXXXXXXXX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890000" y="5283200"/>
            <a:ext cx="558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818CF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Follow Us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890000" y="5765800"/>
            <a:ext cx="558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36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LinkedIn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890000" y="6146800"/>
            <a:ext cx="558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Twitter / X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890000" y="6527800"/>
            <a:ext cx="558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Instagram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1778000" y="7112000"/>
            <a:ext cx="12700000" cy="0"/>
          </a:xfrm>
          <a:prstGeom prst="straightConnector1">
            <a:avLst/>
          </a:prstGeom>
          <a:noFill/>
          <a:ln w="12700">
            <a:solidFill>
              <a:srgbClr val="FFFFFF">
                <a:alpha val="8235"/>
              </a:srgbClr>
            </a:solidFill>
            <a:prstDash val="solid"/>
            <a:headEnd type="none"/>
            <a:tailEnd type="none"/>
          </a:ln>
        </p:spPr>
      </p:sp>
      <p:sp>
        <p:nvSpPr>
          <p:cNvPr id="29" name="Text 26"/>
          <p:cNvSpPr/>
          <p:nvPr/>
        </p:nvSpPr>
        <p:spPr>
          <a:xfrm>
            <a:off x="3048000" y="7366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i="1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Innovating Today, Transforming Tomorrow.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588000" y="7874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3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ZapInnovative · 2026 · All Rights Reserved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ZapInnovative — Company Portfolio</dc:title>
  <dc:subject>ZapInnovative — Company Portfolio</dc:subject>
  <dc:creator>Kimi</dc:creator>
  <cp:lastModifiedBy>Kimi</cp:lastModifiedBy>
  <cp:revision>1</cp:revision>
  <dcterms:created xsi:type="dcterms:W3CDTF">2026-06-01T10:10:56Z</dcterms:created>
  <dcterms:modified xsi:type="dcterms:W3CDTF">2026-06-01T10:10:56Z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{"Label":"ZapInnovative — Company Portfolio","ContentProducer":"001191110108MACG2KBH8F10000","ProduceID":"19e82073-f352-85f6-8000-0000b9f3410a","ReservedCode1":"","ContentPropagator":"001191110108MACG2KBH8F20000","PropagateID":"19e82073-f352-85f6-8000-0000b9f3410a","ReservedCode2":""}</vt:lpwstr>
  </property>
</Properties>
</file>